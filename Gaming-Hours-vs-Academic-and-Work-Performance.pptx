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5054B7-AE5A-46CE-9658-8AD29DA9C5C8}" v="499" dt="2026-01-15T10:58:08.324"/>
    <p1510:client id="{66A6BD80-0B60-A8F1-37EB-16EF4276F48E}" v="901" dt="2026-01-15T17:39:25.966"/>
    <p1510:client id="{6BCEE390-1355-5F51-5D1B-B7332667C44A}" v="2" dt="2026-01-15T12:01:06.323"/>
    <p1510:client id="{90C4C8E8-276C-49AE-A6E3-7579E7320104}" v="2370" dt="2026-01-15T17:38:37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CIGLIANO" userId="f88872c2-4bc9-4d31-b05d-5a0cf3aafa9e" providerId="ADAL" clId="{9A025614-52A0-40B7-8307-9050F7E20BBC}"/>
    <pc:docChg chg="undo custSel modSld">
      <pc:chgData name="ALESSANDRO CIGLIANO" userId="f88872c2-4bc9-4d31-b05d-5a0cf3aafa9e" providerId="ADAL" clId="{9A025614-52A0-40B7-8307-9050F7E20BBC}" dt="2026-01-15T10:58:08.324" v="498" actId="20577"/>
      <pc:docMkLst>
        <pc:docMk/>
      </pc:docMkLst>
      <pc:sldChg chg="addSp delSp modSp mod">
        <pc:chgData name="ALESSANDRO CIGLIANO" userId="f88872c2-4bc9-4d31-b05d-5a0cf3aafa9e" providerId="ADAL" clId="{9A025614-52A0-40B7-8307-9050F7E20BBC}" dt="2026-01-15T09:45:07.397" v="29" actId="14100"/>
        <pc:sldMkLst>
          <pc:docMk/>
          <pc:sldMk cId="1723125402" sldId="262"/>
        </pc:sldMkLst>
        <pc:spChg chg="add del mod">
          <ac:chgData name="ALESSANDRO CIGLIANO" userId="f88872c2-4bc9-4d31-b05d-5a0cf3aafa9e" providerId="ADAL" clId="{9A025614-52A0-40B7-8307-9050F7E20BBC}" dt="2026-01-15T09:44:56.709" v="26" actId="931"/>
          <ac:spMkLst>
            <pc:docMk/>
            <pc:sldMk cId="1723125402" sldId="262"/>
            <ac:spMk id="3" creationId="{A13693A3-4809-D50D-DCFB-83D29A1A5DED}"/>
          </ac:spMkLst>
        </pc:spChg>
        <pc:spChg chg="mod">
          <ac:chgData name="ALESSANDRO CIGLIANO" userId="f88872c2-4bc9-4d31-b05d-5a0cf3aafa9e" providerId="ADAL" clId="{9A025614-52A0-40B7-8307-9050F7E20BBC}" dt="2026-01-15T09:34:29.337" v="8" actId="1076"/>
          <ac:spMkLst>
            <pc:docMk/>
            <pc:sldMk cId="1723125402" sldId="262"/>
            <ac:spMk id="4" creationId="{4F06BDFE-4A1C-D6E9-C283-2247E3036892}"/>
          </ac:spMkLst>
        </pc:spChg>
        <pc:spChg chg="mod">
          <ac:chgData name="ALESSANDRO CIGLIANO" userId="f88872c2-4bc9-4d31-b05d-5a0cf3aafa9e" providerId="ADAL" clId="{9A025614-52A0-40B7-8307-9050F7E20BBC}" dt="2026-01-15T09:44:04.896" v="18" actId="20577"/>
          <ac:spMkLst>
            <pc:docMk/>
            <pc:sldMk cId="1723125402" sldId="262"/>
            <ac:spMk id="7" creationId="{C551DDE1-1E1F-F6AA-0436-C98EA7335CE0}"/>
          </ac:spMkLst>
        </pc:spChg>
        <pc:spChg chg="add del mod">
          <ac:chgData name="ALESSANDRO CIGLIANO" userId="f88872c2-4bc9-4d31-b05d-5a0cf3aafa9e" providerId="ADAL" clId="{9A025614-52A0-40B7-8307-9050F7E20BBC}" dt="2026-01-15T09:44:34.204" v="23" actId="478"/>
          <ac:spMkLst>
            <pc:docMk/>
            <pc:sldMk cId="1723125402" sldId="262"/>
            <ac:spMk id="10" creationId="{C254416D-4C30-C5DC-D58C-9754F511DFAA}"/>
          </ac:spMkLst>
        </pc:spChg>
        <pc:picChg chg="add del mod">
          <ac:chgData name="ALESSANDRO CIGLIANO" userId="f88872c2-4bc9-4d31-b05d-5a0cf3aafa9e" providerId="ADAL" clId="{9A025614-52A0-40B7-8307-9050F7E20BBC}" dt="2026-01-15T09:44:34.475" v="25" actId="931"/>
          <ac:picMkLst>
            <pc:docMk/>
            <pc:sldMk cId="1723125402" sldId="262"/>
            <ac:picMk id="8" creationId="{C1730B9C-EE5E-95D0-6956-3A9A8FF0D5A7}"/>
          </ac:picMkLst>
        </pc:picChg>
        <pc:picChg chg="add mod">
          <ac:chgData name="ALESSANDRO CIGLIANO" userId="f88872c2-4bc9-4d31-b05d-5a0cf3aafa9e" providerId="ADAL" clId="{9A025614-52A0-40B7-8307-9050F7E20BBC}" dt="2026-01-15T09:45:07.397" v="29" actId="14100"/>
          <ac:picMkLst>
            <pc:docMk/>
            <pc:sldMk cId="1723125402" sldId="262"/>
            <ac:picMk id="12" creationId="{E9CECB1A-D5D6-4A80-E618-294B06177B0E}"/>
          </ac:picMkLst>
        </pc:picChg>
      </pc:sldChg>
      <pc:sldChg chg="modSp mod">
        <pc:chgData name="ALESSANDRO CIGLIANO" userId="f88872c2-4bc9-4d31-b05d-5a0cf3aafa9e" providerId="ADAL" clId="{9A025614-52A0-40B7-8307-9050F7E20BBC}" dt="2026-01-15T09:51:03.341" v="31" actId="1076"/>
        <pc:sldMkLst>
          <pc:docMk/>
          <pc:sldMk cId="2682537389" sldId="263"/>
        </pc:sldMkLst>
        <pc:picChg chg="mod">
          <ac:chgData name="ALESSANDRO CIGLIANO" userId="f88872c2-4bc9-4d31-b05d-5a0cf3aafa9e" providerId="ADAL" clId="{9A025614-52A0-40B7-8307-9050F7E20BBC}" dt="2026-01-15T09:51:00.977" v="30" actId="1076"/>
          <ac:picMkLst>
            <pc:docMk/>
            <pc:sldMk cId="2682537389" sldId="263"/>
            <ac:picMk id="8" creationId="{C2452485-80BB-3218-EC8A-A47D6698825E}"/>
          </ac:picMkLst>
        </pc:picChg>
        <pc:picChg chg="mod">
          <ac:chgData name="ALESSANDRO CIGLIANO" userId="f88872c2-4bc9-4d31-b05d-5a0cf3aafa9e" providerId="ADAL" clId="{9A025614-52A0-40B7-8307-9050F7E20BBC}" dt="2026-01-15T09:51:03.341" v="31" actId="1076"/>
          <ac:picMkLst>
            <pc:docMk/>
            <pc:sldMk cId="2682537389" sldId="263"/>
            <ac:picMk id="18" creationId="{0EB9D404-71A6-95F6-83A3-22B653DBECC3}"/>
          </ac:picMkLst>
        </pc:picChg>
      </pc:sldChg>
      <pc:sldChg chg="delSp modSp mod">
        <pc:chgData name="ALESSANDRO CIGLIANO" userId="f88872c2-4bc9-4d31-b05d-5a0cf3aafa9e" providerId="ADAL" clId="{9A025614-52A0-40B7-8307-9050F7E20BBC}" dt="2026-01-15T10:11:51.024" v="67" actId="1076"/>
        <pc:sldMkLst>
          <pc:docMk/>
          <pc:sldMk cId="3139327782" sldId="264"/>
        </pc:sldMkLst>
        <pc:spChg chg="mod">
          <ac:chgData name="ALESSANDRO CIGLIANO" userId="f88872c2-4bc9-4d31-b05d-5a0cf3aafa9e" providerId="ADAL" clId="{9A025614-52A0-40B7-8307-9050F7E20BBC}" dt="2026-01-15T10:11:51.024" v="67" actId="1076"/>
          <ac:spMkLst>
            <pc:docMk/>
            <pc:sldMk cId="3139327782" sldId="264"/>
            <ac:spMk id="5" creationId="{EECD4F23-5667-FCD8-C424-EFAE56BD5180}"/>
          </ac:spMkLst>
        </pc:spChg>
        <pc:picChg chg="mod ord">
          <ac:chgData name="ALESSANDRO CIGLIANO" userId="f88872c2-4bc9-4d31-b05d-5a0cf3aafa9e" providerId="ADAL" clId="{9A025614-52A0-40B7-8307-9050F7E20BBC}" dt="2026-01-15T10:09:52.307" v="56" actId="1076"/>
          <ac:picMkLst>
            <pc:docMk/>
            <pc:sldMk cId="3139327782" sldId="264"/>
            <ac:picMk id="3" creationId="{28A3C189-F4D4-394C-A747-39BC8CA190C5}"/>
          </ac:picMkLst>
        </pc:picChg>
        <pc:picChg chg="del mod">
          <ac:chgData name="ALESSANDRO CIGLIANO" userId="f88872c2-4bc9-4d31-b05d-5a0cf3aafa9e" providerId="ADAL" clId="{9A025614-52A0-40B7-8307-9050F7E20BBC}" dt="2026-01-15T10:10:32.499" v="64" actId="478"/>
          <ac:picMkLst>
            <pc:docMk/>
            <pc:sldMk cId="3139327782" sldId="264"/>
            <ac:picMk id="4" creationId="{AE5E0B4D-925D-7FE8-5033-42F88071E462}"/>
          </ac:picMkLst>
        </pc:picChg>
        <pc:picChg chg="mod">
          <ac:chgData name="ALESSANDRO CIGLIANO" userId="f88872c2-4bc9-4d31-b05d-5a0cf3aafa9e" providerId="ADAL" clId="{9A025614-52A0-40B7-8307-9050F7E20BBC}" dt="2026-01-15T10:10:35.336" v="65" actId="1076"/>
          <ac:picMkLst>
            <pc:docMk/>
            <pc:sldMk cId="3139327782" sldId="264"/>
            <ac:picMk id="7" creationId="{FBA89CF4-26FD-5D2D-813D-84C60C2D9DB6}"/>
          </ac:picMkLst>
        </pc:picChg>
      </pc:sldChg>
      <pc:sldChg chg="addSp modSp mod">
        <pc:chgData name="ALESSANDRO CIGLIANO" userId="f88872c2-4bc9-4d31-b05d-5a0cf3aafa9e" providerId="ADAL" clId="{9A025614-52A0-40B7-8307-9050F7E20BBC}" dt="2026-01-15T10:22:35.770" v="80" actId="962"/>
        <pc:sldMkLst>
          <pc:docMk/>
          <pc:sldMk cId="2122952547" sldId="265"/>
        </pc:sldMkLst>
        <pc:picChg chg="add mod">
          <ac:chgData name="ALESSANDRO CIGLIANO" userId="f88872c2-4bc9-4d31-b05d-5a0cf3aafa9e" providerId="ADAL" clId="{9A025614-52A0-40B7-8307-9050F7E20BBC}" dt="2026-01-15T10:19:47.144" v="72" actId="1076"/>
          <ac:picMkLst>
            <pc:docMk/>
            <pc:sldMk cId="2122952547" sldId="265"/>
            <ac:picMk id="4" creationId="{73C57AF8-F9E7-D588-8CA2-A04E515435BE}"/>
          </ac:picMkLst>
        </pc:picChg>
        <pc:picChg chg="add mod">
          <ac:chgData name="ALESSANDRO CIGLIANO" userId="f88872c2-4bc9-4d31-b05d-5a0cf3aafa9e" providerId="ADAL" clId="{9A025614-52A0-40B7-8307-9050F7E20BBC}" dt="2026-01-15T10:20:08.245" v="76" actId="1076"/>
          <ac:picMkLst>
            <pc:docMk/>
            <pc:sldMk cId="2122952547" sldId="265"/>
            <ac:picMk id="6" creationId="{3A9FB1EE-47D7-7FE6-20EC-8D27BF63B28F}"/>
          </ac:picMkLst>
        </pc:picChg>
        <pc:picChg chg="add mod">
          <ac:chgData name="ALESSANDRO CIGLIANO" userId="f88872c2-4bc9-4d31-b05d-5a0cf3aafa9e" providerId="ADAL" clId="{9A025614-52A0-40B7-8307-9050F7E20BBC}" dt="2026-01-15T10:22:35.770" v="80" actId="962"/>
          <ac:picMkLst>
            <pc:docMk/>
            <pc:sldMk cId="2122952547" sldId="265"/>
            <ac:picMk id="8" creationId="{DF08721C-0266-70D4-64FA-A79E1B01700E}"/>
          </ac:picMkLst>
        </pc:picChg>
      </pc:sldChg>
      <pc:sldChg chg="addSp modSp mod">
        <pc:chgData name="ALESSANDRO CIGLIANO" userId="f88872c2-4bc9-4d31-b05d-5a0cf3aafa9e" providerId="ADAL" clId="{9A025614-52A0-40B7-8307-9050F7E20BBC}" dt="2026-01-15T10:44:00.286" v="168" actId="20577"/>
        <pc:sldMkLst>
          <pc:docMk/>
          <pc:sldMk cId="2735039166" sldId="266"/>
        </pc:sldMkLst>
        <pc:spChg chg="mod">
          <ac:chgData name="ALESSANDRO CIGLIANO" userId="f88872c2-4bc9-4d31-b05d-5a0cf3aafa9e" providerId="ADAL" clId="{9A025614-52A0-40B7-8307-9050F7E20BBC}" dt="2026-01-15T10:44:00.286" v="168" actId="20577"/>
          <ac:spMkLst>
            <pc:docMk/>
            <pc:sldMk cId="2735039166" sldId="266"/>
            <ac:spMk id="2" creationId="{19E66ECF-01C1-D4B0-560D-DFE938F1FA08}"/>
          </ac:spMkLst>
        </pc:spChg>
        <pc:picChg chg="add mod">
          <ac:chgData name="ALESSANDRO CIGLIANO" userId="f88872c2-4bc9-4d31-b05d-5a0cf3aafa9e" providerId="ADAL" clId="{9A025614-52A0-40B7-8307-9050F7E20BBC}" dt="2026-01-15T10:43:36.477" v="134" actId="1076"/>
          <ac:picMkLst>
            <pc:docMk/>
            <pc:sldMk cId="2735039166" sldId="266"/>
            <ac:picMk id="4" creationId="{0626CA62-1BD6-5102-19C6-F351EF638E71}"/>
          </ac:picMkLst>
        </pc:picChg>
      </pc:sldChg>
      <pc:sldChg chg="addSp delSp modSp mod setBg addAnim">
        <pc:chgData name="ALESSANDRO CIGLIANO" userId="f88872c2-4bc9-4d31-b05d-5a0cf3aafa9e" providerId="ADAL" clId="{9A025614-52A0-40B7-8307-9050F7E20BBC}" dt="2026-01-15T10:42:03.383" v="119" actId="1076"/>
        <pc:sldMkLst>
          <pc:docMk/>
          <pc:sldMk cId="3447666297" sldId="266"/>
        </pc:sldMkLst>
        <pc:spChg chg="mod ord">
          <ac:chgData name="ALESSANDRO CIGLIANO" userId="f88872c2-4bc9-4d31-b05d-5a0cf3aafa9e" providerId="ADAL" clId="{9A025614-52A0-40B7-8307-9050F7E20BBC}" dt="2026-01-15T10:40:41.137" v="111" actId="26606"/>
          <ac:spMkLst>
            <pc:docMk/>
            <pc:sldMk cId="3447666297" sldId="266"/>
            <ac:spMk id="2" creationId="{EB631800-C8D8-E984-6ACD-59224395B66B}"/>
          </ac:spMkLst>
        </pc:spChg>
        <pc:spChg chg="add del">
          <ac:chgData name="ALESSANDRO CIGLIANO" userId="f88872c2-4bc9-4d31-b05d-5a0cf3aafa9e" providerId="ADAL" clId="{9A025614-52A0-40B7-8307-9050F7E20BBC}" dt="2026-01-15T10:40:26.228" v="106" actId="26606"/>
          <ac:spMkLst>
            <pc:docMk/>
            <pc:sldMk cId="3447666297" sldId="266"/>
            <ac:spMk id="230" creationId="{8B3F5CD4-CBC8-4A22-9DCC-0420CA28A09F}"/>
          </ac:spMkLst>
        </pc:spChg>
        <pc:spChg chg="add del">
          <ac:chgData name="ALESSANDRO CIGLIANO" userId="f88872c2-4bc9-4d31-b05d-5a0cf3aafa9e" providerId="ADAL" clId="{9A025614-52A0-40B7-8307-9050F7E20BBC}" dt="2026-01-15T10:40:41.137" v="111" actId="26606"/>
          <ac:spMkLst>
            <pc:docMk/>
            <pc:sldMk cId="3447666297" sldId="266"/>
            <ac:spMk id="293" creationId="{01958E0A-0BC1-424F-9B41-D614FC13A47E}"/>
          </ac:spMkLst>
        </pc:spChg>
        <pc:spChg chg="add">
          <ac:chgData name="ALESSANDRO CIGLIANO" userId="f88872c2-4bc9-4d31-b05d-5a0cf3aafa9e" providerId="ADAL" clId="{9A025614-52A0-40B7-8307-9050F7E20BBC}" dt="2026-01-15T10:40:41.137" v="111" actId="26606"/>
          <ac:spMkLst>
            <pc:docMk/>
            <pc:sldMk cId="3447666297" sldId="266"/>
            <ac:spMk id="440" creationId="{8B3F5CD4-CBC8-4A22-9DCC-0420CA28A09F}"/>
          </ac:spMkLst>
        </pc:s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17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73" creationId="{096A8A5D-137F-4A8A-9811-F7A867F02E3F}"/>
          </ac:grpSpMkLst>
        </pc:gr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77" creationId="{0FA686C7-6B08-416F-AEF3-C204079363A8}"/>
          </ac:grpSpMkLst>
        </pc:grpChg>
        <pc:grpChg chg="add del">
          <ac:chgData name="ALESSANDRO CIGLIANO" userId="f88872c2-4bc9-4d31-b05d-5a0cf3aafa9e" providerId="ADAL" clId="{9A025614-52A0-40B7-8307-9050F7E20BBC}" dt="2026-01-15T10:40:08.159" v="101" actId="26606"/>
          <ac:grpSpMkLst>
            <pc:docMk/>
            <pc:sldMk cId="3447666297" sldId="266"/>
            <ac:grpSpMk id="133" creationId="{4C78E281-F596-4ECB-979A-89D89452AAD7}"/>
          </ac:grpSpMkLst>
        </pc:grpChg>
        <pc:grpChg chg="add del">
          <ac:chgData name="ALESSANDRO CIGLIANO" userId="f88872c2-4bc9-4d31-b05d-5a0cf3aafa9e" providerId="ADAL" clId="{9A025614-52A0-40B7-8307-9050F7E20BBC}" dt="2026-01-15T10:40:11.367" v="103" actId="26606"/>
          <ac:grpSpMkLst>
            <pc:docMk/>
            <pc:sldMk cId="3447666297" sldId="266"/>
            <ac:grpSpMk id="146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11.367" v="103" actId="26606"/>
          <ac:grpSpMkLst>
            <pc:docMk/>
            <pc:sldMk cId="3447666297" sldId="266"/>
            <ac:grpSpMk id="201" creationId="{068ACACB-DD9E-4155-84BF-8E4D43DEC13D}"/>
          </ac:grpSpMkLst>
        </pc:grpChg>
        <pc:grpChg chg="add del">
          <ac:chgData name="ALESSANDRO CIGLIANO" userId="f88872c2-4bc9-4d31-b05d-5a0cf3aafa9e" providerId="ADAL" clId="{9A025614-52A0-40B7-8307-9050F7E20BBC}" dt="2026-01-15T10:40:11.367" v="103" actId="26606"/>
          <ac:grpSpMkLst>
            <pc:docMk/>
            <pc:sldMk cId="3447666297" sldId="266"/>
            <ac:grpSpMk id="204" creationId="{BF3AEE19-128A-4FF8-954B-A9724F42E0D4}"/>
          </ac:grpSpMkLst>
        </pc:grpChg>
        <pc:grpChg chg="add del">
          <ac:chgData name="ALESSANDRO CIGLIANO" userId="f88872c2-4bc9-4d31-b05d-5a0cf3aafa9e" providerId="ADAL" clId="{9A025614-52A0-40B7-8307-9050F7E20BBC}" dt="2026-01-15T10:40:26.228" v="106" actId="26606"/>
          <ac:grpSpMkLst>
            <pc:docMk/>
            <pc:sldMk cId="3447666297" sldId="266"/>
            <ac:grpSpMk id="229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41.137" v="111" actId="26606"/>
          <ac:grpSpMkLst>
            <pc:docMk/>
            <pc:sldMk cId="3447666297" sldId="266"/>
            <ac:grpSpMk id="237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41.118" v="110" actId="26606"/>
          <ac:grpSpMkLst>
            <pc:docMk/>
            <pc:sldMk cId="3447666297" sldId="266"/>
            <ac:grpSpMk id="300" creationId="{9795E515-5F57-431F-9A0D-3A0419DF7572}"/>
          </ac:grpSpMkLst>
        </pc:grpChg>
        <pc:grpChg chg="add del">
          <ac:chgData name="ALESSANDRO CIGLIANO" userId="f88872c2-4bc9-4d31-b05d-5a0cf3aafa9e" providerId="ADAL" clId="{9A025614-52A0-40B7-8307-9050F7E20BBC}" dt="2026-01-15T10:40:41.118" v="110" actId="26606"/>
          <ac:grpSpMkLst>
            <pc:docMk/>
            <pc:sldMk cId="3447666297" sldId="266"/>
            <ac:grpSpMk id="356" creationId="{316DCFC9-6877-407C-8170-608FCB8E35AE}"/>
          </ac:grpSpMkLst>
        </pc:grpChg>
        <pc:grpChg chg="add del">
          <ac:chgData name="ALESSANDRO CIGLIANO" userId="f88872c2-4bc9-4d31-b05d-5a0cf3aafa9e" providerId="ADAL" clId="{9A025614-52A0-40B7-8307-9050F7E20BBC}" dt="2026-01-15T10:40:41.118" v="110" actId="26606"/>
          <ac:grpSpMkLst>
            <pc:docMk/>
            <pc:sldMk cId="3447666297" sldId="266"/>
            <ac:grpSpMk id="360" creationId="{89353FE7-0D03-4AD2-8B8A-60A06F6BDA4C}"/>
          </ac:grpSpMkLst>
        </pc:grpChg>
        <pc:grpChg chg="add">
          <ac:chgData name="ALESSANDRO CIGLIANO" userId="f88872c2-4bc9-4d31-b05d-5a0cf3aafa9e" providerId="ADAL" clId="{9A025614-52A0-40B7-8307-9050F7E20BBC}" dt="2026-01-15T10:40:41.137" v="111" actId="26606"/>
          <ac:grpSpMkLst>
            <pc:docMk/>
            <pc:sldMk cId="3447666297" sldId="266"/>
            <ac:grpSpMk id="385" creationId="{9795E515-5F57-431F-9A0D-3A0419DF7572}"/>
          </ac:grpSpMkLst>
        </pc:grpChg>
        <pc:picChg chg="add del mod">
          <ac:chgData name="ALESSANDRO CIGLIANO" userId="f88872c2-4bc9-4d31-b05d-5a0cf3aafa9e" providerId="ADAL" clId="{9A025614-52A0-40B7-8307-9050F7E20BBC}" dt="2026-01-15T10:32:41.890" v="84" actId="478"/>
          <ac:picMkLst>
            <pc:docMk/>
            <pc:sldMk cId="3447666297" sldId="266"/>
            <ac:picMk id="4" creationId="{961D56DB-24A5-CA8D-AC5A-BF037FC7B9B7}"/>
          </ac:picMkLst>
        </pc:picChg>
        <pc:picChg chg="del mod">
          <ac:chgData name="ALESSANDRO CIGLIANO" userId="f88872c2-4bc9-4d31-b05d-5a0cf3aafa9e" providerId="ADAL" clId="{9A025614-52A0-40B7-8307-9050F7E20BBC}" dt="2026-01-15T10:39:06.536" v="93" actId="478"/>
          <ac:picMkLst>
            <pc:docMk/>
            <pc:sldMk cId="3447666297" sldId="266"/>
            <ac:picMk id="5" creationId="{C8E6C4DC-9975-B039-7D73-9191474CD962}"/>
          </ac:picMkLst>
        </pc:picChg>
        <pc:picChg chg="add mod">
          <ac:chgData name="ALESSANDRO CIGLIANO" userId="f88872c2-4bc9-4d31-b05d-5a0cf3aafa9e" providerId="ADAL" clId="{9A025614-52A0-40B7-8307-9050F7E20BBC}" dt="2026-01-15T10:32:54.188" v="89" actId="1076"/>
          <ac:picMkLst>
            <pc:docMk/>
            <pc:sldMk cId="3447666297" sldId="266"/>
            <ac:picMk id="6" creationId="{B5A364A2-D3ED-4093-3053-E1F4BB629CC7}"/>
          </ac:picMkLst>
        </pc:picChg>
        <pc:picChg chg="add del mod">
          <ac:chgData name="ALESSANDRO CIGLIANO" userId="f88872c2-4bc9-4d31-b05d-5a0cf3aafa9e" providerId="ADAL" clId="{9A025614-52A0-40B7-8307-9050F7E20BBC}" dt="2026-01-15T10:39:56.250" v="96" actId="478"/>
          <ac:picMkLst>
            <pc:docMk/>
            <pc:sldMk cId="3447666297" sldId="266"/>
            <ac:picMk id="8" creationId="{824F8B51-DCA6-40EB-2CEF-D98917122D44}"/>
          </ac:picMkLst>
        </pc:picChg>
        <pc:picChg chg="add del mod">
          <ac:chgData name="ALESSANDRO CIGLIANO" userId="f88872c2-4bc9-4d31-b05d-5a0cf3aafa9e" providerId="ADAL" clId="{9A025614-52A0-40B7-8307-9050F7E20BBC}" dt="2026-01-15T10:41:46.291" v="116" actId="478"/>
          <ac:picMkLst>
            <pc:docMk/>
            <pc:sldMk cId="3447666297" sldId="266"/>
            <ac:picMk id="10" creationId="{56653AD6-D71F-282D-8D4C-D4308B99DAD6}"/>
          </ac:picMkLst>
        </pc:picChg>
        <pc:picChg chg="add del">
          <ac:chgData name="ALESSANDRO CIGLIANO" userId="f88872c2-4bc9-4d31-b05d-5a0cf3aafa9e" providerId="ADAL" clId="{9A025614-52A0-40B7-8307-9050F7E20BBC}" dt="2026-01-15T10:40:08.159" v="101" actId="26606"/>
          <ac:picMkLst>
            <pc:docMk/>
            <pc:sldMk cId="3447666297" sldId="266"/>
            <ac:picMk id="15" creationId="{50C065C3-0FE3-4452-B765-CB05BBB2A983}"/>
          </ac:picMkLst>
        </pc:picChg>
        <pc:picChg chg="add mod">
          <ac:chgData name="ALESSANDRO CIGLIANO" userId="f88872c2-4bc9-4d31-b05d-5a0cf3aafa9e" providerId="ADAL" clId="{9A025614-52A0-40B7-8307-9050F7E20BBC}" dt="2026-01-15T10:42:03.383" v="119" actId="1076"/>
          <ac:picMkLst>
            <pc:docMk/>
            <pc:sldMk cId="3447666297" sldId="266"/>
            <ac:picMk id="61" creationId="{7B81BDD7-147D-2557-6EF7-649E95C583E8}"/>
          </ac:picMkLst>
        </pc:picChg>
        <pc:picChg chg="add del">
          <ac:chgData name="ALESSANDRO CIGLIANO" userId="f88872c2-4bc9-4d31-b05d-5a0cf3aafa9e" providerId="ADAL" clId="{9A025614-52A0-40B7-8307-9050F7E20BBC}" dt="2026-01-15T10:40:11.367" v="103" actId="26606"/>
          <ac:picMkLst>
            <pc:docMk/>
            <pc:sldMk cId="3447666297" sldId="266"/>
            <ac:picMk id="145" creationId="{50C065C3-0FE3-4452-B765-CB05BBB2A983}"/>
          </ac:picMkLst>
        </pc:picChg>
        <pc:picChg chg="add del">
          <ac:chgData name="ALESSANDRO CIGLIANO" userId="f88872c2-4bc9-4d31-b05d-5a0cf3aafa9e" providerId="ADAL" clId="{9A025614-52A0-40B7-8307-9050F7E20BBC}" dt="2026-01-15T10:40:26.228" v="106" actId="26606"/>
          <ac:picMkLst>
            <pc:docMk/>
            <pc:sldMk cId="3447666297" sldId="266"/>
            <ac:picMk id="228" creationId="{50C065C3-0FE3-4452-B765-CB05BBB2A983}"/>
          </ac:picMkLst>
        </pc:picChg>
        <pc:picChg chg="add del">
          <ac:chgData name="ALESSANDRO CIGLIANO" userId="f88872c2-4bc9-4d31-b05d-5a0cf3aafa9e" providerId="ADAL" clId="{9A025614-52A0-40B7-8307-9050F7E20BBC}" dt="2026-01-15T10:40:41.137" v="111" actId="26606"/>
          <ac:picMkLst>
            <pc:docMk/>
            <pc:sldMk cId="3447666297" sldId="266"/>
            <ac:picMk id="235" creationId="{50C065C3-0FE3-4452-B765-CB05BBB2A983}"/>
          </ac:picMkLst>
        </pc:picChg>
        <pc:picChg chg="add del">
          <ac:chgData name="ALESSANDRO CIGLIANO" userId="f88872c2-4bc9-4d31-b05d-5a0cf3aafa9e" providerId="ADAL" clId="{9A025614-52A0-40B7-8307-9050F7E20BBC}" dt="2026-01-15T10:40:41.118" v="110" actId="26606"/>
          <ac:picMkLst>
            <pc:docMk/>
            <pc:sldMk cId="3447666297" sldId="266"/>
            <ac:picMk id="298" creationId="{50C065C3-0FE3-4452-B765-CB05BBB2A983}"/>
          </ac:picMkLst>
        </pc:picChg>
        <pc:picChg chg="add">
          <ac:chgData name="ALESSANDRO CIGLIANO" userId="f88872c2-4bc9-4d31-b05d-5a0cf3aafa9e" providerId="ADAL" clId="{9A025614-52A0-40B7-8307-9050F7E20BBC}" dt="2026-01-15T10:40:41.137" v="111" actId="26606"/>
          <ac:picMkLst>
            <pc:docMk/>
            <pc:sldMk cId="3447666297" sldId="266"/>
            <ac:picMk id="384" creationId="{50C065C3-0FE3-4452-B765-CB05BBB2A983}"/>
          </ac:picMkLst>
        </pc:picChg>
      </pc:sldChg>
      <pc:sldChg chg="addSp delSp modSp mod">
        <pc:chgData name="ALESSANDRO CIGLIANO" userId="f88872c2-4bc9-4d31-b05d-5a0cf3aafa9e" providerId="ADAL" clId="{9A025614-52A0-40B7-8307-9050F7E20BBC}" dt="2026-01-15T10:52:46.216" v="325" actId="14100"/>
        <pc:sldMkLst>
          <pc:docMk/>
          <pc:sldMk cId="2109904441" sldId="267"/>
        </pc:sldMkLst>
        <pc:spChg chg="mod">
          <ac:chgData name="ALESSANDRO CIGLIANO" userId="f88872c2-4bc9-4d31-b05d-5a0cf3aafa9e" providerId="ADAL" clId="{9A025614-52A0-40B7-8307-9050F7E20BBC}" dt="2026-01-15T10:51:41.085" v="309" actId="20577"/>
          <ac:spMkLst>
            <pc:docMk/>
            <pc:sldMk cId="2109904441" sldId="267"/>
            <ac:spMk id="3" creationId="{72A707C3-22D6-14FA-F7BE-E84A2550863A}"/>
          </ac:spMkLst>
        </pc:spChg>
        <pc:spChg chg="del">
          <ac:chgData name="ALESSANDRO CIGLIANO" userId="f88872c2-4bc9-4d31-b05d-5a0cf3aafa9e" providerId="ADAL" clId="{9A025614-52A0-40B7-8307-9050F7E20BBC}" dt="2026-01-15T10:51:48.294" v="310" actId="478"/>
          <ac:spMkLst>
            <pc:docMk/>
            <pc:sldMk cId="2109904441" sldId="267"/>
            <ac:spMk id="5" creationId="{FEAE6C08-F606-6504-D03B-69FA53DC0DC6}"/>
          </ac:spMkLst>
        </pc:spChg>
        <pc:spChg chg="add del mod">
          <ac:chgData name="ALESSANDRO CIGLIANO" userId="f88872c2-4bc9-4d31-b05d-5a0cf3aafa9e" providerId="ADAL" clId="{9A025614-52A0-40B7-8307-9050F7E20BBC}" dt="2026-01-15T10:52:19.790" v="318" actId="478"/>
          <ac:spMkLst>
            <pc:docMk/>
            <pc:sldMk cId="2109904441" sldId="267"/>
            <ac:spMk id="13" creationId="{FD7423AA-3877-71A7-2261-76F730D38D04}"/>
          </ac:spMkLst>
        </pc:spChg>
        <pc:picChg chg="add mod">
          <ac:chgData name="ALESSANDRO CIGLIANO" userId="f88872c2-4bc9-4d31-b05d-5a0cf3aafa9e" providerId="ADAL" clId="{9A025614-52A0-40B7-8307-9050F7E20BBC}" dt="2026-01-15T10:46:41.950" v="172" actId="962"/>
          <ac:picMkLst>
            <pc:docMk/>
            <pc:sldMk cId="2109904441" sldId="267"/>
            <ac:picMk id="4" creationId="{9F2EE3A8-95AC-49D7-022D-C17F1A5F3AC7}"/>
          </ac:picMkLst>
        </pc:picChg>
        <pc:picChg chg="add mod">
          <ac:chgData name="ALESSANDRO CIGLIANO" userId="f88872c2-4bc9-4d31-b05d-5a0cf3aafa9e" providerId="ADAL" clId="{9A025614-52A0-40B7-8307-9050F7E20BBC}" dt="2026-01-15T10:52:38.848" v="323" actId="14100"/>
          <ac:picMkLst>
            <pc:docMk/>
            <pc:sldMk cId="2109904441" sldId="267"/>
            <ac:picMk id="6" creationId="{9B5C53BF-2DDC-B694-7C2B-CDA60D3E9BAB}"/>
          </ac:picMkLst>
        </pc:picChg>
        <pc:picChg chg="add mod">
          <ac:chgData name="ALESSANDRO CIGLIANO" userId="f88872c2-4bc9-4d31-b05d-5a0cf3aafa9e" providerId="ADAL" clId="{9A025614-52A0-40B7-8307-9050F7E20BBC}" dt="2026-01-15T10:48:57.800" v="190" actId="1076"/>
          <ac:picMkLst>
            <pc:docMk/>
            <pc:sldMk cId="2109904441" sldId="267"/>
            <ac:picMk id="8" creationId="{82EE03FB-E1B1-2BEC-B232-7CDE5575FC1F}"/>
          </ac:picMkLst>
        </pc:picChg>
        <pc:picChg chg="add mod">
          <ac:chgData name="ALESSANDRO CIGLIANO" userId="f88872c2-4bc9-4d31-b05d-5a0cf3aafa9e" providerId="ADAL" clId="{9A025614-52A0-40B7-8307-9050F7E20BBC}" dt="2026-01-15T10:52:46.216" v="325" actId="14100"/>
          <ac:picMkLst>
            <pc:docMk/>
            <pc:sldMk cId="2109904441" sldId="267"/>
            <ac:picMk id="10" creationId="{93845A98-5F8E-BB11-752F-0F9F3279D71A}"/>
          </ac:picMkLst>
        </pc:picChg>
        <pc:picChg chg="add del mod">
          <ac:chgData name="ALESSANDRO CIGLIANO" userId="f88872c2-4bc9-4d31-b05d-5a0cf3aafa9e" providerId="ADAL" clId="{9A025614-52A0-40B7-8307-9050F7E20BBC}" dt="2026-01-15T10:48:47.691" v="189" actId="478"/>
          <ac:picMkLst>
            <pc:docMk/>
            <pc:sldMk cId="2109904441" sldId="267"/>
            <ac:picMk id="12" creationId="{106F1E79-DC2C-2983-5525-E173EC5A0CBC}"/>
          </ac:picMkLst>
        </pc:picChg>
      </pc:sldChg>
      <pc:sldChg chg="addSp modSp mod">
        <pc:chgData name="ALESSANDRO CIGLIANO" userId="f88872c2-4bc9-4d31-b05d-5a0cf3aafa9e" providerId="ADAL" clId="{9A025614-52A0-40B7-8307-9050F7E20BBC}" dt="2026-01-15T10:58:08.324" v="498" actId="20577"/>
        <pc:sldMkLst>
          <pc:docMk/>
          <pc:sldMk cId="3408580624" sldId="268"/>
        </pc:sldMkLst>
        <pc:spChg chg="mod">
          <ac:chgData name="ALESSANDRO CIGLIANO" userId="f88872c2-4bc9-4d31-b05d-5a0cf3aafa9e" providerId="ADAL" clId="{9A025614-52A0-40B7-8307-9050F7E20BBC}" dt="2026-01-15T10:55:11.585" v="362" actId="20577"/>
          <ac:spMkLst>
            <pc:docMk/>
            <pc:sldMk cId="3408580624" sldId="268"/>
            <ac:spMk id="2" creationId="{33465D89-B332-D0CB-293A-ABFB659A1BB6}"/>
          </ac:spMkLst>
        </pc:spChg>
        <pc:spChg chg="add mod">
          <ac:chgData name="ALESSANDRO CIGLIANO" userId="f88872c2-4bc9-4d31-b05d-5a0cf3aafa9e" providerId="ADAL" clId="{9A025614-52A0-40B7-8307-9050F7E20BBC}" dt="2026-01-15T10:58:08.324" v="498" actId="20577"/>
          <ac:spMkLst>
            <pc:docMk/>
            <pc:sldMk cId="3408580624" sldId="268"/>
            <ac:spMk id="3" creationId="{FC39428D-ACBA-EF4E-30FB-98A0D0E1C303}"/>
          </ac:spMkLst>
        </pc:spChg>
      </pc:sldChg>
    </pc:docChg>
  </pc:docChgLst>
  <pc:docChgLst>
    <pc:chgData name="CARMINE DI MANSO" userId="25ffba23-79a1-42ea-bb25-5c5589740de2" providerId="ADAL" clId="{B3CCA098-3E74-4298-8259-D314E9EB633A}"/>
    <pc:docChg chg="undo redo custSel addSld delSld modSld addMainMaster delMainMaster modMainMaster">
      <pc:chgData name="CARMINE DI MANSO" userId="25ffba23-79a1-42ea-bb25-5c5589740de2" providerId="ADAL" clId="{B3CCA098-3E74-4298-8259-D314E9EB633A}" dt="2026-01-15T17:38:37.451" v="2395" actId="1076"/>
      <pc:docMkLst>
        <pc:docMk/>
      </pc:docMkLst>
      <pc:sldChg chg="addSp delSp modSp mod setBg modClrScheme setClrOvrMap delDesignElem chgLayout">
        <pc:chgData name="CARMINE DI MANSO" userId="25ffba23-79a1-42ea-bb25-5c5589740de2" providerId="ADAL" clId="{B3CCA098-3E74-4298-8259-D314E9EB633A}" dt="2026-01-12T11:58:38.786" v="105" actId="1076"/>
        <pc:sldMkLst>
          <pc:docMk/>
          <pc:sldMk cId="3962583941" sldId="256"/>
        </pc:sldMkLst>
        <pc:spChg chg="mod">
          <ac:chgData name="CARMINE DI MANSO" userId="25ffba23-79a1-42ea-bb25-5c5589740de2" providerId="ADAL" clId="{B3CCA098-3E74-4298-8259-D314E9EB633A}" dt="2026-01-12T11:58:38.786" v="105" actId="1076"/>
          <ac:spMkLst>
            <pc:docMk/>
            <pc:sldMk cId="3962583941" sldId="256"/>
            <ac:spMk id="2" creationId="{00000000-0000-0000-0000-000000000000}"/>
          </ac:spMkLst>
        </pc:spChg>
        <pc:spChg chg="mod">
          <ac:chgData name="CARMINE DI MANSO" userId="25ffba23-79a1-42ea-bb25-5c5589740de2" providerId="ADAL" clId="{B3CCA098-3E74-4298-8259-D314E9EB633A}" dt="2026-01-12T11:58:38.786" v="105" actId="1076"/>
          <ac:spMkLst>
            <pc:docMk/>
            <pc:sldMk cId="3962583941" sldId="256"/>
            <ac:spMk id="3" creationId="{00000000-0000-0000-0000-000000000000}"/>
          </ac:spMkLst>
        </pc:spChg>
        <pc:grpChg chg="add">
          <ac:chgData name="CARMINE DI MANSO" userId="25ffba23-79a1-42ea-bb25-5c5589740de2" providerId="ADAL" clId="{B3CCA098-3E74-4298-8259-D314E9EB633A}" dt="2026-01-12T11:17:55.467" v="44" actId="26606"/>
          <ac:grpSpMkLst>
            <pc:docMk/>
            <pc:sldMk cId="3962583941" sldId="256"/>
            <ac:grpSpMk id="25" creationId="{991FDBCC-CEF4-4B54-8508-90670DA1E117}"/>
          </ac:grpSpMkLst>
        </pc:grpChg>
        <pc:picChg chg="add mod ord">
          <ac:chgData name="CARMINE DI MANSO" userId="25ffba23-79a1-42ea-bb25-5c5589740de2" providerId="ADAL" clId="{B3CCA098-3E74-4298-8259-D314E9EB633A}" dt="2026-01-12T11:58:38.786" v="105" actId="1076"/>
          <ac:picMkLst>
            <pc:docMk/>
            <pc:sldMk cId="3962583941" sldId="256"/>
            <ac:picMk id="6" creationId="{8DEEE9C0-2EA3-8DE9-34AC-80FE3975E77B}"/>
          </ac:picMkLst>
        </pc:picChg>
      </pc:sldChg>
      <pc:sldChg chg="addSp delSp modSp new mod setBg">
        <pc:chgData name="CARMINE DI MANSO" userId="25ffba23-79a1-42ea-bb25-5c5589740de2" providerId="ADAL" clId="{B3CCA098-3E74-4298-8259-D314E9EB633A}" dt="2026-01-15T11:04:41.725" v="1803" actId="208"/>
        <pc:sldMkLst>
          <pc:docMk/>
          <pc:sldMk cId="1688690467" sldId="257"/>
        </pc:sldMkLst>
        <pc:spChg chg="mod">
          <ac:chgData name="CARMINE DI MANSO" userId="25ffba23-79a1-42ea-bb25-5c5589740de2" providerId="ADAL" clId="{B3CCA098-3E74-4298-8259-D314E9EB633A}" dt="2026-01-13T10:47:39.365" v="360" actId="1076"/>
          <ac:spMkLst>
            <pc:docMk/>
            <pc:sldMk cId="1688690467" sldId="257"/>
            <ac:spMk id="2" creationId="{2EBE7201-F3BE-7C45-8014-16DDE95B94DC}"/>
          </ac:spMkLst>
        </pc:spChg>
        <pc:spChg chg="add mod">
          <ac:chgData name="CARMINE DI MANSO" userId="25ffba23-79a1-42ea-bb25-5c5589740de2" providerId="ADAL" clId="{B3CCA098-3E74-4298-8259-D314E9EB633A}" dt="2026-01-13T11:19:09.632" v="493" actId="14838"/>
          <ac:spMkLst>
            <pc:docMk/>
            <pc:sldMk cId="1688690467" sldId="257"/>
            <ac:spMk id="10" creationId="{3EA6F63F-355D-DD05-22B1-E3FA2A538B2C}"/>
          </ac:spMkLst>
        </pc:spChg>
        <pc:picChg chg="add mod">
          <ac:chgData name="CARMINE DI MANSO" userId="25ffba23-79a1-42ea-bb25-5c5589740de2" providerId="ADAL" clId="{B3CCA098-3E74-4298-8259-D314E9EB633A}" dt="2026-01-15T11:04:41.725" v="1803" actId="208"/>
          <ac:picMkLst>
            <pc:docMk/>
            <pc:sldMk cId="1688690467" sldId="257"/>
            <ac:picMk id="5" creationId="{F12E6ABC-C8B9-A914-E682-A5ED70DA442D}"/>
          </ac:picMkLst>
        </pc:picChg>
        <pc:picChg chg="add mod">
          <ac:chgData name="CARMINE DI MANSO" userId="25ffba23-79a1-42ea-bb25-5c5589740de2" providerId="ADAL" clId="{B3CCA098-3E74-4298-8259-D314E9EB633A}" dt="2026-01-15T11:04:38.497" v="1802" actId="208"/>
          <ac:picMkLst>
            <pc:docMk/>
            <pc:sldMk cId="1688690467" sldId="257"/>
            <ac:picMk id="11" creationId="{AFFEB3E8-43A0-DB5A-55FE-CB6CAD00E566}"/>
          </ac:picMkLst>
        </pc:picChg>
      </pc:sldChg>
      <pc:sldChg chg="addSp modSp new mod">
        <pc:chgData name="CARMINE DI MANSO" userId="25ffba23-79a1-42ea-bb25-5c5589740de2" providerId="ADAL" clId="{B3CCA098-3E74-4298-8259-D314E9EB633A}" dt="2026-01-13T11:19:30.673" v="494" actId="207"/>
        <pc:sldMkLst>
          <pc:docMk/>
          <pc:sldMk cId="3417758717" sldId="258"/>
        </pc:sldMkLst>
        <pc:spChg chg="mod">
          <ac:chgData name="CARMINE DI MANSO" userId="25ffba23-79a1-42ea-bb25-5c5589740de2" providerId="ADAL" clId="{B3CCA098-3E74-4298-8259-D314E9EB633A}" dt="2026-01-13T10:58:40.481" v="407" actId="1076"/>
          <ac:spMkLst>
            <pc:docMk/>
            <pc:sldMk cId="3417758717" sldId="258"/>
            <ac:spMk id="2" creationId="{9A5DDDB2-5696-467A-0854-93124BB985F1}"/>
          </ac:spMkLst>
        </pc:spChg>
        <pc:spChg chg="mod">
          <ac:chgData name="CARMINE DI MANSO" userId="25ffba23-79a1-42ea-bb25-5c5589740de2" providerId="ADAL" clId="{B3CCA098-3E74-4298-8259-D314E9EB633A}" dt="2026-01-13T11:19:30.673" v="494" actId="207"/>
          <ac:spMkLst>
            <pc:docMk/>
            <pc:sldMk cId="3417758717" sldId="258"/>
            <ac:spMk id="3" creationId="{3FF41504-711C-DE48-1CD0-A8298BF996D8}"/>
          </ac:spMkLst>
        </pc:spChg>
        <pc:picChg chg="add mod">
          <ac:chgData name="CARMINE DI MANSO" userId="25ffba23-79a1-42ea-bb25-5c5589740de2" providerId="ADAL" clId="{B3CCA098-3E74-4298-8259-D314E9EB633A}" dt="2026-01-13T11:00:06.686" v="409" actId="2085"/>
          <ac:picMkLst>
            <pc:docMk/>
            <pc:sldMk cId="3417758717" sldId="258"/>
            <ac:picMk id="4" creationId="{DF520B23-EB8A-05C9-FE16-53934CAC49A7}"/>
          </ac:picMkLst>
        </pc:picChg>
      </pc:sldChg>
      <pc:sldChg chg="addSp delSp modSp new mod setBg">
        <pc:chgData name="CARMINE DI MANSO" userId="25ffba23-79a1-42ea-bb25-5c5589740de2" providerId="ADAL" clId="{B3CCA098-3E74-4298-8259-D314E9EB633A}" dt="2026-01-13T11:56:07.690" v="763" actId="14100"/>
        <pc:sldMkLst>
          <pc:docMk/>
          <pc:sldMk cId="1446518192" sldId="261"/>
        </pc:sldMkLst>
        <pc:spChg chg="mod ord">
          <ac:chgData name="CARMINE DI MANSO" userId="25ffba23-79a1-42ea-bb25-5c5589740de2" providerId="ADAL" clId="{B3CCA098-3E74-4298-8259-D314E9EB633A}" dt="2026-01-13T11:55:36.478" v="752" actId="1076"/>
          <ac:spMkLst>
            <pc:docMk/>
            <pc:sldMk cId="1446518192" sldId="261"/>
            <ac:spMk id="2" creationId="{8998EDA0-94A8-65A0-1CB9-8FC6A8EC6FDF}"/>
          </ac:spMkLst>
        </pc:spChg>
        <pc:spChg chg="mod">
          <ac:chgData name="CARMINE DI MANSO" userId="25ffba23-79a1-42ea-bb25-5c5589740de2" providerId="ADAL" clId="{B3CCA098-3E74-4298-8259-D314E9EB633A}" dt="2026-01-13T11:56:07.690" v="763" actId="14100"/>
          <ac:spMkLst>
            <pc:docMk/>
            <pc:sldMk cId="1446518192" sldId="261"/>
            <ac:spMk id="4" creationId="{B2AC72ED-B7DE-CAAC-FD5D-294A52977341}"/>
          </ac:spMkLst>
        </pc:spChg>
        <pc:picChg chg="add mod">
          <ac:chgData name="CARMINE DI MANSO" userId="25ffba23-79a1-42ea-bb25-5c5589740de2" providerId="ADAL" clId="{B3CCA098-3E74-4298-8259-D314E9EB633A}" dt="2026-01-13T11:55:08.061" v="748"/>
          <ac:picMkLst>
            <pc:docMk/>
            <pc:sldMk cId="1446518192" sldId="261"/>
            <ac:picMk id="7" creationId="{D9F60ABC-4B03-429F-6C5A-7BD1D7A9C767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09:50:14.653" v="1074" actId="20577"/>
        <pc:sldMkLst>
          <pc:docMk/>
          <pc:sldMk cId="1723125402" sldId="262"/>
        </pc:sldMkLst>
        <pc:spChg chg="mod">
          <ac:chgData name="CARMINE DI MANSO" userId="25ffba23-79a1-42ea-bb25-5c5589740de2" providerId="ADAL" clId="{B3CCA098-3E74-4298-8259-D314E9EB633A}" dt="2026-01-15T09:35:51.797" v="882" actId="14100"/>
          <ac:spMkLst>
            <pc:docMk/>
            <pc:sldMk cId="1723125402" sldId="262"/>
            <ac:spMk id="2" creationId="{05370B47-1E14-D339-DFC8-DCB175EA5481}"/>
          </ac:spMkLst>
        </pc:spChg>
        <pc:spChg chg="mod">
          <ac:chgData name="CARMINE DI MANSO" userId="25ffba23-79a1-42ea-bb25-5c5589740de2" providerId="ADAL" clId="{B3CCA098-3E74-4298-8259-D314E9EB633A}" dt="2026-01-15T09:35:57.156" v="884" actId="14100"/>
          <ac:spMkLst>
            <pc:docMk/>
            <pc:sldMk cId="1723125402" sldId="262"/>
            <ac:spMk id="3" creationId="{A13693A3-4809-D50D-DCFB-83D29A1A5DED}"/>
          </ac:spMkLst>
        </pc:spChg>
        <pc:spChg chg="mod">
          <ac:chgData name="CARMINE DI MANSO" userId="25ffba23-79a1-42ea-bb25-5c5589740de2" providerId="ADAL" clId="{B3CCA098-3E74-4298-8259-D314E9EB633A}" dt="2026-01-15T09:47:06.613" v="1023"/>
          <ac:spMkLst>
            <pc:docMk/>
            <pc:sldMk cId="1723125402" sldId="262"/>
            <ac:spMk id="4" creationId="{4F06BDFE-4A1C-D6E9-C283-2247E3036892}"/>
          </ac:spMkLst>
        </pc:spChg>
        <pc:spChg chg="add mod">
          <ac:chgData name="CARMINE DI MANSO" userId="25ffba23-79a1-42ea-bb25-5c5589740de2" providerId="ADAL" clId="{B3CCA098-3E74-4298-8259-D314E9EB633A}" dt="2026-01-15T09:50:14.653" v="1074" actId="20577"/>
          <ac:spMkLst>
            <pc:docMk/>
            <pc:sldMk cId="1723125402" sldId="262"/>
            <ac:spMk id="7" creationId="{C551DDE1-1E1F-F6AA-0436-C98EA7335CE0}"/>
          </ac:spMkLst>
        </pc:spChg>
        <pc:picChg chg="add del mod">
          <ac:chgData name="CARMINE DI MANSO" userId="25ffba23-79a1-42ea-bb25-5c5589740de2" providerId="ADAL" clId="{B3CCA098-3E74-4298-8259-D314E9EB633A}" dt="2026-01-15T09:38:54.955" v="927" actId="22"/>
          <ac:picMkLst>
            <pc:docMk/>
            <pc:sldMk cId="1723125402" sldId="262"/>
            <ac:picMk id="6" creationId="{C3DB7346-BABE-FDB1-F790-74396A1FA392}"/>
          </ac:picMkLst>
        </pc:picChg>
        <pc:picChg chg="mod">
          <ac:chgData name="CARMINE DI MANSO" userId="25ffba23-79a1-42ea-bb25-5c5589740de2" providerId="ADAL" clId="{B3CCA098-3E74-4298-8259-D314E9EB633A}" dt="2026-01-15T09:45:27.394" v="1021" actId="14100"/>
          <ac:picMkLst>
            <pc:docMk/>
            <pc:sldMk cId="1723125402" sldId="262"/>
            <ac:picMk id="12" creationId="{E9CECB1A-D5D6-4A80-E618-294B06177B0E}"/>
          </ac:picMkLst>
        </pc:picChg>
      </pc:sldChg>
      <pc:sldChg chg="new del">
        <pc:chgData name="CARMINE DI MANSO" userId="25ffba23-79a1-42ea-bb25-5c5589740de2" providerId="ADAL" clId="{B3CCA098-3E74-4298-8259-D314E9EB633A}" dt="2026-01-15T09:15:33.072" v="766" actId="2696"/>
        <pc:sldMkLst>
          <pc:docMk/>
          <pc:sldMk cId="1281244728" sldId="263"/>
        </pc:sldMkLst>
      </pc:sldChg>
      <pc:sldChg chg="addSp delSp modSp new mod">
        <pc:chgData name="CARMINE DI MANSO" userId="25ffba23-79a1-42ea-bb25-5c5589740de2" providerId="ADAL" clId="{B3CCA098-3E74-4298-8259-D314E9EB633A}" dt="2026-01-15T09:33:38.257" v="850" actId="404"/>
        <pc:sldMkLst>
          <pc:docMk/>
          <pc:sldMk cId="2682537389" sldId="263"/>
        </pc:sldMkLst>
        <pc:spChg chg="mod">
          <ac:chgData name="CARMINE DI MANSO" userId="25ffba23-79a1-42ea-bb25-5c5589740de2" providerId="ADAL" clId="{B3CCA098-3E74-4298-8259-D314E9EB633A}" dt="2026-01-15T09:33:38.257" v="850" actId="404"/>
          <ac:spMkLst>
            <pc:docMk/>
            <pc:sldMk cId="2682537389" sldId="263"/>
            <ac:spMk id="2" creationId="{FA42C369-EBD7-D131-762F-1FDAAB875CAA}"/>
          </ac:spMkLst>
        </pc:spChg>
        <pc:picChg chg="add del mod">
          <ac:chgData name="CARMINE DI MANSO" userId="25ffba23-79a1-42ea-bb25-5c5589740de2" providerId="ADAL" clId="{B3CCA098-3E74-4298-8259-D314E9EB633A}" dt="2026-01-15T09:17:54.562" v="778" actId="22"/>
          <ac:picMkLst>
            <pc:docMk/>
            <pc:sldMk cId="2682537389" sldId="263"/>
            <ac:picMk id="4" creationId="{FB9A736A-C2D2-4313-CC58-9E5784C8873F}"/>
          </ac:picMkLst>
        </pc:picChg>
        <pc:picChg chg="add mod">
          <ac:chgData name="CARMINE DI MANSO" userId="25ffba23-79a1-42ea-bb25-5c5589740de2" providerId="ADAL" clId="{B3CCA098-3E74-4298-8259-D314E9EB633A}" dt="2026-01-15T09:33:21.354" v="844" actId="1076"/>
          <ac:picMkLst>
            <pc:docMk/>
            <pc:sldMk cId="2682537389" sldId="263"/>
            <ac:picMk id="6" creationId="{2C55B920-30FF-6B9D-0002-66058F0222D6}"/>
          </ac:picMkLst>
        </pc:picChg>
        <pc:picChg chg="add mod">
          <ac:chgData name="CARMINE DI MANSO" userId="25ffba23-79a1-42ea-bb25-5c5589740de2" providerId="ADAL" clId="{B3CCA098-3E74-4298-8259-D314E9EB633A}" dt="2026-01-15T09:33:15.794" v="843" actId="1076"/>
          <ac:picMkLst>
            <pc:docMk/>
            <pc:sldMk cId="2682537389" sldId="263"/>
            <ac:picMk id="8" creationId="{C2452485-80BB-3218-EC8A-A47D6698825E}"/>
          </ac:picMkLst>
        </pc:picChg>
        <pc:picChg chg="add mod">
          <ac:chgData name="CARMINE DI MANSO" userId="25ffba23-79a1-42ea-bb25-5c5589740de2" providerId="ADAL" clId="{B3CCA098-3E74-4298-8259-D314E9EB633A}" dt="2026-01-15T09:31:23.300" v="826" actId="1076"/>
          <ac:picMkLst>
            <pc:docMk/>
            <pc:sldMk cId="2682537389" sldId="263"/>
            <ac:picMk id="10" creationId="{07423A9F-5DF1-9ED2-ADA7-35B0E342A0F7}"/>
          </ac:picMkLst>
        </pc:picChg>
        <pc:picChg chg="add mod">
          <ac:chgData name="CARMINE DI MANSO" userId="25ffba23-79a1-42ea-bb25-5c5589740de2" providerId="ADAL" clId="{B3CCA098-3E74-4298-8259-D314E9EB633A}" dt="2026-01-15T09:29:41.363" v="807" actId="1076"/>
          <ac:picMkLst>
            <pc:docMk/>
            <pc:sldMk cId="2682537389" sldId="263"/>
            <ac:picMk id="12" creationId="{BD4B5D7C-0F0A-9DA2-74DB-707555E67F7B}"/>
          </ac:picMkLst>
        </pc:picChg>
        <pc:picChg chg="add mod">
          <ac:chgData name="CARMINE DI MANSO" userId="25ffba23-79a1-42ea-bb25-5c5589740de2" providerId="ADAL" clId="{B3CCA098-3E74-4298-8259-D314E9EB633A}" dt="2026-01-15T09:33:06.838" v="839" actId="1076"/>
          <ac:picMkLst>
            <pc:docMk/>
            <pc:sldMk cId="2682537389" sldId="263"/>
            <ac:picMk id="14" creationId="{026CB532-0A31-6A28-4D63-95928C522AC5}"/>
          </ac:picMkLst>
        </pc:picChg>
        <pc:picChg chg="add mod">
          <ac:chgData name="CARMINE DI MANSO" userId="25ffba23-79a1-42ea-bb25-5c5589740de2" providerId="ADAL" clId="{B3CCA098-3E74-4298-8259-D314E9EB633A}" dt="2026-01-15T09:31:48.314" v="833" actId="14100"/>
          <ac:picMkLst>
            <pc:docMk/>
            <pc:sldMk cId="2682537389" sldId="263"/>
            <ac:picMk id="16" creationId="{1BD425FC-70CF-1DDA-5838-44DE32CD76E0}"/>
          </ac:picMkLst>
        </pc:picChg>
        <pc:picChg chg="add mod">
          <ac:chgData name="CARMINE DI MANSO" userId="25ffba23-79a1-42ea-bb25-5c5589740de2" providerId="ADAL" clId="{B3CCA098-3E74-4298-8259-D314E9EB633A}" dt="2026-01-15T09:32:59.717" v="837" actId="962"/>
          <ac:picMkLst>
            <pc:docMk/>
            <pc:sldMk cId="2682537389" sldId="263"/>
            <ac:picMk id="18" creationId="{0EB9D404-71A6-95F6-83A3-22B653DBECC3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1:00:00.171" v="1791" actId="208"/>
        <pc:sldMkLst>
          <pc:docMk/>
          <pc:sldMk cId="3139327782" sldId="264"/>
        </pc:sldMkLst>
        <pc:spChg chg="mod">
          <ac:chgData name="CARMINE DI MANSO" userId="25ffba23-79a1-42ea-bb25-5c5589740de2" providerId="ADAL" clId="{B3CCA098-3E74-4298-8259-D314E9EB633A}" dt="2026-01-15T10:18:52.047" v="1405" actId="14100"/>
          <ac:spMkLst>
            <pc:docMk/>
            <pc:sldMk cId="3139327782" sldId="264"/>
            <ac:spMk id="2" creationId="{121A445B-6C32-C367-6B89-7081D24224F9}"/>
          </ac:spMkLst>
        </pc:spChg>
        <pc:spChg chg="add del mod">
          <ac:chgData name="CARMINE DI MANSO" userId="25ffba23-79a1-42ea-bb25-5c5589740de2" providerId="ADAL" clId="{B3CCA098-3E74-4298-8259-D314E9EB633A}" dt="2026-01-15T10:00:56.310" v="1132"/>
          <ac:spMkLst>
            <pc:docMk/>
            <pc:sldMk cId="3139327782" sldId="264"/>
            <ac:spMk id="4" creationId="{7E913FC1-AB80-6506-F9E5-8A75891B1448}"/>
          </ac:spMkLst>
        </pc:spChg>
        <pc:spChg chg="add mod">
          <ac:chgData name="CARMINE DI MANSO" userId="25ffba23-79a1-42ea-bb25-5c5589740de2" providerId="ADAL" clId="{B3CCA098-3E74-4298-8259-D314E9EB633A}" dt="2026-01-15T10:15:47.055" v="1366" actId="1076"/>
          <ac:spMkLst>
            <pc:docMk/>
            <pc:sldMk cId="3139327782" sldId="264"/>
            <ac:spMk id="5" creationId="{EECD4F23-5667-FCD8-C424-EFAE56BD5180}"/>
          </ac:spMkLst>
        </pc:spChg>
        <pc:spChg chg="add">
          <ac:chgData name="CARMINE DI MANSO" userId="25ffba23-79a1-42ea-bb25-5c5589740de2" providerId="ADAL" clId="{B3CCA098-3E74-4298-8259-D314E9EB633A}" dt="2026-01-15T10:08:14.419" v="1334"/>
          <ac:spMkLst>
            <pc:docMk/>
            <pc:sldMk cId="3139327782" sldId="264"/>
            <ac:spMk id="6" creationId="{80ED0D1A-A096-2091-4A9A-DA7DE4CBF705}"/>
          </ac:spMkLst>
        </pc:spChg>
        <pc:picChg chg="add mod">
          <ac:chgData name="CARMINE DI MANSO" userId="25ffba23-79a1-42ea-bb25-5c5589740de2" providerId="ADAL" clId="{B3CCA098-3E74-4298-8259-D314E9EB633A}" dt="2026-01-15T11:00:00.171" v="1791" actId="208"/>
          <ac:picMkLst>
            <pc:docMk/>
            <pc:sldMk cId="3139327782" sldId="264"/>
            <ac:picMk id="3" creationId="{28A3C189-F4D4-394C-A747-39BC8CA190C5}"/>
          </ac:picMkLst>
        </pc:picChg>
        <pc:picChg chg="add mod">
          <ac:chgData name="CARMINE DI MANSO" userId="25ffba23-79a1-42ea-bb25-5c5589740de2" providerId="ADAL" clId="{B3CCA098-3E74-4298-8259-D314E9EB633A}" dt="2026-01-15T10:10:04.787" v="1345" actId="1076"/>
          <ac:picMkLst>
            <pc:docMk/>
            <pc:sldMk cId="3139327782" sldId="264"/>
            <ac:picMk id="4" creationId="{AE5E0B4D-925D-7FE8-5033-42F88071E462}"/>
          </ac:picMkLst>
        </pc:picChg>
        <pc:picChg chg="add mod">
          <ac:chgData name="CARMINE DI MANSO" userId="25ffba23-79a1-42ea-bb25-5c5589740de2" providerId="ADAL" clId="{B3CCA098-3E74-4298-8259-D314E9EB633A}" dt="2026-01-15T10:12:08.810" v="1361" actId="1076"/>
          <ac:picMkLst>
            <pc:docMk/>
            <pc:sldMk cId="3139327782" sldId="264"/>
            <ac:picMk id="7" creationId="{FBA89CF4-26FD-5D2D-813D-84C60C2D9DB6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1:07:34.324" v="1823" actId="208"/>
        <pc:sldMkLst>
          <pc:docMk/>
          <pc:sldMk cId="2122952547" sldId="265"/>
        </pc:sldMkLst>
        <pc:spChg chg="mod">
          <ac:chgData name="CARMINE DI MANSO" userId="25ffba23-79a1-42ea-bb25-5c5589740de2" providerId="ADAL" clId="{B3CCA098-3E74-4298-8259-D314E9EB633A}" dt="2026-01-15T10:18:38.017" v="1402" actId="14100"/>
          <ac:spMkLst>
            <pc:docMk/>
            <pc:sldMk cId="2122952547" sldId="265"/>
            <ac:spMk id="2" creationId="{979A0DFE-FFBE-67A2-F17F-4329E3CEA049}"/>
          </ac:spMkLst>
        </pc:spChg>
        <pc:spChg chg="add del mod">
          <ac:chgData name="CARMINE DI MANSO" userId="25ffba23-79a1-42ea-bb25-5c5589740de2" providerId="ADAL" clId="{B3CCA098-3E74-4298-8259-D314E9EB633A}" dt="2026-01-15T10:25:35.330" v="1440"/>
          <ac:spMkLst>
            <pc:docMk/>
            <pc:sldMk cId="2122952547" sldId="265"/>
            <ac:spMk id="3" creationId="{8113CEEA-91B7-8105-E41B-6A9A20819E5E}"/>
          </ac:spMkLst>
        </pc:spChg>
        <pc:spChg chg="add mod">
          <ac:chgData name="CARMINE DI MANSO" userId="25ffba23-79a1-42ea-bb25-5c5589740de2" providerId="ADAL" clId="{B3CCA098-3E74-4298-8259-D314E9EB633A}" dt="2026-01-15T10:28:22.699" v="1548" actId="14100"/>
          <ac:spMkLst>
            <pc:docMk/>
            <pc:sldMk cId="2122952547" sldId="265"/>
            <ac:spMk id="5" creationId="{2CE3064B-7E17-124A-B91D-0832D475850F}"/>
          </ac:spMkLst>
        </pc:spChg>
        <pc:picChg chg="del">
          <ac:chgData name="CARMINE DI MANSO" userId="25ffba23-79a1-42ea-bb25-5c5589740de2" providerId="ADAL" clId="{B3CCA098-3E74-4298-8259-D314E9EB633A}" dt="2026-01-15T10:19:58.821" v="1406" actId="478"/>
          <ac:picMkLst>
            <pc:docMk/>
            <pc:sldMk cId="2122952547" sldId="265"/>
            <ac:picMk id="4" creationId="{73C57AF8-F9E7-D588-8CA2-A04E515435BE}"/>
          </ac:picMkLst>
        </pc:picChg>
        <pc:picChg chg="mod">
          <ac:chgData name="CARMINE DI MANSO" userId="25ffba23-79a1-42ea-bb25-5c5589740de2" providerId="ADAL" clId="{B3CCA098-3E74-4298-8259-D314E9EB633A}" dt="2026-01-15T11:07:31.099" v="1822" actId="208"/>
          <ac:picMkLst>
            <pc:docMk/>
            <pc:sldMk cId="2122952547" sldId="265"/>
            <ac:picMk id="6" creationId="{3A9FB1EE-47D7-7FE6-20EC-8D27BF63B28F}"/>
          </ac:picMkLst>
        </pc:picChg>
        <pc:picChg chg="mod">
          <ac:chgData name="CARMINE DI MANSO" userId="25ffba23-79a1-42ea-bb25-5c5589740de2" providerId="ADAL" clId="{B3CCA098-3E74-4298-8259-D314E9EB633A}" dt="2026-01-15T11:07:34.324" v="1823" actId="208"/>
          <ac:picMkLst>
            <pc:docMk/>
            <pc:sldMk cId="2122952547" sldId="265"/>
            <ac:picMk id="8" creationId="{DF08721C-0266-70D4-64FA-A79E1B01700E}"/>
          </ac:picMkLst>
        </pc:picChg>
      </pc:sldChg>
      <pc:sldChg chg="modSp new mod">
        <pc:chgData name="CARMINE DI MANSO" userId="25ffba23-79a1-42ea-bb25-5c5589740de2" providerId="ADAL" clId="{B3CCA098-3E74-4298-8259-D314E9EB633A}" dt="2026-01-15T11:01:39.324" v="1793" actId="208"/>
        <pc:sldMkLst>
          <pc:docMk/>
          <pc:sldMk cId="2735039166" sldId="266"/>
        </pc:sldMkLst>
        <pc:spChg chg="mod">
          <ac:chgData name="CARMINE DI MANSO" userId="25ffba23-79a1-42ea-bb25-5c5589740de2" providerId="ADAL" clId="{B3CCA098-3E74-4298-8259-D314E9EB633A}" dt="2026-01-15T10:44:47.008" v="1651" actId="14100"/>
          <ac:spMkLst>
            <pc:docMk/>
            <pc:sldMk cId="2735039166" sldId="266"/>
            <ac:spMk id="2" creationId="{19E66ECF-01C1-D4B0-560D-DFE938F1FA08}"/>
          </ac:spMkLst>
        </pc:spChg>
        <pc:picChg chg="mod">
          <ac:chgData name="CARMINE DI MANSO" userId="25ffba23-79a1-42ea-bb25-5c5589740de2" providerId="ADAL" clId="{B3CCA098-3E74-4298-8259-D314E9EB633A}" dt="2026-01-15T11:01:39.324" v="1793" actId="208"/>
          <ac:picMkLst>
            <pc:docMk/>
            <pc:sldMk cId="2735039166" sldId="266"/>
            <ac:picMk id="4" creationId="{0626CA62-1BD6-5102-19C6-F351EF638E71}"/>
          </ac:picMkLst>
        </pc:picChg>
      </pc:sldChg>
      <pc:sldChg chg="addSp delSp modSp new del mod">
        <pc:chgData name="CARMINE DI MANSO" userId="25ffba23-79a1-42ea-bb25-5c5589740de2" providerId="ADAL" clId="{B3CCA098-3E74-4298-8259-D314E9EB633A}" dt="2026-01-15T10:42:03.421" v="1623" actId="2696"/>
        <pc:sldMkLst>
          <pc:docMk/>
          <pc:sldMk cId="3447666297" sldId="266"/>
        </pc:sldMkLst>
        <pc:spChg chg="mod">
          <ac:chgData name="CARMINE DI MANSO" userId="25ffba23-79a1-42ea-bb25-5c5589740de2" providerId="ADAL" clId="{B3CCA098-3E74-4298-8259-D314E9EB633A}" dt="2026-01-15T10:35:38.165" v="1595" actId="14838"/>
          <ac:spMkLst>
            <pc:docMk/>
            <pc:sldMk cId="3447666297" sldId="266"/>
            <ac:spMk id="2" creationId="{EB631800-C8D8-E984-6ACD-59224395B66B}"/>
          </ac:spMkLst>
        </pc:spChg>
        <pc:picChg chg="mod">
          <ac:chgData name="CARMINE DI MANSO" userId="25ffba23-79a1-42ea-bb25-5c5589740de2" providerId="ADAL" clId="{B3CCA098-3E74-4298-8259-D314E9EB633A}" dt="2026-01-15T10:32:41.958" v="1579" actId="1076"/>
          <ac:picMkLst>
            <pc:docMk/>
            <pc:sldMk cId="3447666297" sldId="266"/>
            <ac:picMk id="4" creationId="{961D56DB-24A5-CA8D-AC5A-BF037FC7B9B7}"/>
          </ac:picMkLst>
        </pc:picChg>
        <pc:picChg chg="add mod">
          <ac:chgData name="CARMINE DI MANSO" userId="25ffba23-79a1-42ea-bb25-5c5589740de2" providerId="ADAL" clId="{B3CCA098-3E74-4298-8259-D314E9EB633A}" dt="2026-01-15T10:37:49.400" v="1611" actId="1076"/>
          <ac:picMkLst>
            <pc:docMk/>
            <pc:sldMk cId="3447666297" sldId="266"/>
            <ac:picMk id="5" creationId="{C8E6C4DC-9975-B039-7D73-9191474CD962}"/>
          </ac:picMkLst>
        </pc:picChg>
        <pc:picChg chg="add del mod">
          <ac:chgData name="CARMINE DI MANSO" userId="25ffba23-79a1-42ea-bb25-5c5589740de2" providerId="ADAL" clId="{B3CCA098-3E74-4298-8259-D314E9EB633A}" dt="2026-01-15T10:35:40.557" v="1597" actId="478"/>
          <ac:picMkLst>
            <pc:docMk/>
            <pc:sldMk cId="3447666297" sldId="266"/>
            <ac:picMk id="6" creationId="{B5A364A2-D3ED-4093-3053-E1F4BB629CC7}"/>
          </ac:picMkLst>
        </pc:picChg>
        <pc:picChg chg="mod">
          <ac:chgData name="CARMINE DI MANSO" userId="25ffba23-79a1-42ea-bb25-5c5589740de2" providerId="ADAL" clId="{B3CCA098-3E74-4298-8259-D314E9EB633A}" dt="2026-01-15T10:39:25.936" v="1613" actId="14100"/>
          <ac:picMkLst>
            <pc:docMk/>
            <pc:sldMk cId="3447666297" sldId="266"/>
            <ac:picMk id="8" creationId="{824F8B51-DCA6-40EB-2CEF-D98917122D44}"/>
          </ac:picMkLst>
        </pc:picChg>
        <pc:picChg chg="add del mod">
          <ac:chgData name="CARMINE DI MANSO" userId="25ffba23-79a1-42ea-bb25-5c5589740de2" providerId="ADAL" clId="{B3CCA098-3E74-4298-8259-D314E9EB633A}" dt="2026-01-15T10:41:16.197" v="1621" actId="1076"/>
          <ac:picMkLst>
            <pc:docMk/>
            <pc:sldMk cId="3447666297" sldId="266"/>
            <ac:picMk id="10" creationId="{56653AD6-D71F-282D-8D4C-D4308B99DAD6}"/>
          </ac:picMkLst>
        </pc:picChg>
        <pc:picChg chg="mod">
          <ac:chgData name="CARMINE DI MANSO" userId="25ffba23-79a1-42ea-bb25-5c5589740de2" providerId="ADAL" clId="{B3CCA098-3E74-4298-8259-D314E9EB633A}" dt="2026-01-15T10:41:52.168" v="1622" actId="1076"/>
          <ac:picMkLst>
            <pc:docMk/>
            <pc:sldMk cId="3447666297" sldId="266"/>
            <ac:picMk id="61" creationId="{7B81BDD7-147D-2557-6EF7-649E95C583E8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1:03:08.533" v="1799" actId="1582"/>
        <pc:sldMkLst>
          <pc:docMk/>
          <pc:sldMk cId="2109904441" sldId="267"/>
        </pc:sldMkLst>
        <pc:spChg chg="mod">
          <ac:chgData name="CARMINE DI MANSO" userId="25ffba23-79a1-42ea-bb25-5c5589740de2" providerId="ADAL" clId="{B3CCA098-3E74-4298-8259-D314E9EB633A}" dt="2026-01-15T10:47:07.638" v="1690" actId="14838"/>
          <ac:spMkLst>
            <pc:docMk/>
            <pc:sldMk cId="2109904441" sldId="267"/>
            <ac:spMk id="2" creationId="{4433D084-9C9A-E1FF-296A-40014316D560}"/>
          </ac:spMkLst>
        </pc:spChg>
        <pc:spChg chg="add mod">
          <ac:chgData name="CARMINE DI MANSO" userId="25ffba23-79a1-42ea-bb25-5c5589740de2" providerId="ADAL" clId="{B3CCA098-3E74-4298-8259-D314E9EB633A}" dt="2026-01-15T10:52:26.856" v="1745" actId="12"/>
          <ac:spMkLst>
            <pc:docMk/>
            <pc:sldMk cId="2109904441" sldId="267"/>
            <ac:spMk id="3" creationId="{72A707C3-22D6-14FA-F7BE-E84A2550863A}"/>
          </ac:spMkLst>
        </pc:spChg>
        <pc:spChg chg="add mod">
          <ac:chgData name="CARMINE DI MANSO" userId="25ffba23-79a1-42ea-bb25-5c5589740de2" providerId="ADAL" clId="{B3CCA098-3E74-4298-8259-D314E9EB633A}" dt="2026-01-15T10:51:33.468" v="1737" actId="14100"/>
          <ac:spMkLst>
            <pc:docMk/>
            <pc:sldMk cId="2109904441" sldId="267"/>
            <ac:spMk id="5" creationId="{FEAE6C08-F606-6504-D03B-69FA53DC0DC6}"/>
          </ac:spMkLst>
        </pc:spChg>
        <pc:picChg chg="del mod">
          <ac:chgData name="CARMINE DI MANSO" userId="25ffba23-79a1-42ea-bb25-5c5589740de2" providerId="ADAL" clId="{B3CCA098-3E74-4298-8259-D314E9EB633A}" dt="2026-01-15T10:47:15.904" v="1693" actId="478"/>
          <ac:picMkLst>
            <pc:docMk/>
            <pc:sldMk cId="2109904441" sldId="267"/>
            <ac:picMk id="4" creationId="{9F2EE3A8-95AC-49D7-022D-C17F1A5F3AC7}"/>
          </ac:picMkLst>
        </pc:picChg>
        <pc:picChg chg="mod">
          <ac:chgData name="CARMINE DI MANSO" userId="25ffba23-79a1-42ea-bb25-5c5589740de2" providerId="ADAL" clId="{B3CCA098-3E74-4298-8259-D314E9EB633A}" dt="2026-01-15T11:02:41.700" v="1795" actId="1582"/>
          <ac:picMkLst>
            <pc:docMk/>
            <pc:sldMk cId="2109904441" sldId="267"/>
            <ac:picMk id="6" creationId="{9B5C53BF-2DDC-B694-7C2B-CDA60D3E9BAB}"/>
          </ac:picMkLst>
        </pc:picChg>
        <pc:picChg chg="mod">
          <ac:chgData name="CARMINE DI MANSO" userId="25ffba23-79a1-42ea-bb25-5c5589740de2" providerId="ADAL" clId="{B3CCA098-3E74-4298-8259-D314E9EB633A}" dt="2026-01-15T11:03:08.533" v="1799" actId="1582"/>
          <ac:picMkLst>
            <pc:docMk/>
            <pc:sldMk cId="2109904441" sldId="267"/>
            <ac:picMk id="8" creationId="{82EE03FB-E1B1-2BEC-B232-7CDE5575FC1F}"/>
          </ac:picMkLst>
        </pc:picChg>
        <pc:picChg chg="mod">
          <ac:chgData name="CARMINE DI MANSO" userId="25ffba23-79a1-42ea-bb25-5c5589740de2" providerId="ADAL" clId="{B3CCA098-3E74-4298-8259-D314E9EB633A}" dt="2026-01-15T11:03:00.511" v="1797" actId="1582"/>
          <ac:picMkLst>
            <pc:docMk/>
            <pc:sldMk cId="2109904441" sldId="267"/>
            <ac:picMk id="10" creationId="{93845A98-5F8E-BB11-752F-0F9F3279D71A}"/>
          </ac:picMkLst>
        </pc:picChg>
        <pc:picChg chg="del mod">
          <ac:chgData name="CARMINE DI MANSO" userId="25ffba23-79a1-42ea-bb25-5c5589740de2" providerId="ADAL" clId="{B3CCA098-3E74-4298-8259-D314E9EB633A}" dt="2026-01-15T10:48:50.803" v="1702" actId="478"/>
          <ac:picMkLst>
            <pc:docMk/>
            <pc:sldMk cId="2109904441" sldId="267"/>
            <ac:picMk id="12" creationId="{106F1E79-DC2C-2983-5525-E173EC5A0CBC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5:57:38.249" v="1834" actId="1076"/>
        <pc:sldMkLst>
          <pc:docMk/>
          <pc:sldMk cId="3408580624" sldId="268"/>
        </pc:sldMkLst>
        <pc:spChg chg="mod">
          <ac:chgData name="CARMINE DI MANSO" userId="25ffba23-79a1-42ea-bb25-5c5589740de2" providerId="ADAL" clId="{B3CCA098-3E74-4298-8259-D314E9EB633A}" dt="2026-01-15T10:55:27.498" v="1750" actId="14838"/>
          <ac:spMkLst>
            <pc:docMk/>
            <pc:sldMk cId="3408580624" sldId="268"/>
            <ac:spMk id="2" creationId="{33465D89-B332-D0CB-293A-ABFB659A1BB6}"/>
          </ac:spMkLst>
        </pc:spChg>
        <pc:spChg chg="mod">
          <ac:chgData name="CARMINE DI MANSO" userId="25ffba23-79a1-42ea-bb25-5c5589740de2" providerId="ADAL" clId="{B3CCA098-3E74-4298-8259-D314E9EB633A}" dt="2026-01-15T10:59:16.921" v="1789" actId="207"/>
          <ac:spMkLst>
            <pc:docMk/>
            <pc:sldMk cId="3408580624" sldId="268"/>
            <ac:spMk id="3" creationId="{FC39428D-ACBA-EF4E-30FB-98A0D0E1C303}"/>
          </ac:spMkLst>
        </pc:spChg>
        <pc:picChg chg="add del mod">
          <ac:chgData name="CARMINE DI MANSO" userId="25ffba23-79a1-42ea-bb25-5c5589740de2" providerId="ADAL" clId="{B3CCA098-3E74-4298-8259-D314E9EB633A}" dt="2026-01-15T15:55:49.368" v="1828" actId="478"/>
          <ac:picMkLst>
            <pc:docMk/>
            <pc:sldMk cId="3408580624" sldId="268"/>
            <ac:picMk id="5" creationId="{14800B18-AC09-473A-0B8A-32EA95BCDEDD}"/>
          </ac:picMkLst>
        </pc:picChg>
        <pc:picChg chg="add mod">
          <ac:chgData name="CARMINE DI MANSO" userId="25ffba23-79a1-42ea-bb25-5c5589740de2" providerId="ADAL" clId="{B3CCA098-3E74-4298-8259-D314E9EB633A}" dt="2026-01-15T15:57:38.249" v="1834" actId="1076"/>
          <ac:picMkLst>
            <pc:docMk/>
            <pc:sldMk cId="3408580624" sldId="268"/>
            <ac:picMk id="7" creationId="{F2AB33CB-0C11-9DA8-90DF-98A1E1126A66}"/>
          </ac:picMkLst>
        </pc:picChg>
      </pc:sldChg>
      <pc:sldChg chg="addSp modSp new mod">
        <pc:chgData name="CARMINE DI MANSO" userId="25ffba23-79a1-42ea-bb25-5c5589740de2" providerId="ADAL" clId="{B3CCA098-3E74-4298-8259-D314E9EB633A}" dt="2026-01-15T10:58:25.556" v="1782" actId="208"/>
        <pc:sldMkLst>
          <pc:docMk/>
          <pc:sldMk cId="3254460375" sldId="269"/>
        </pc:sldMkLst>
        <pc:spChg chg="mod">
          <ac:chgData name="CARMINE DI MANSO" userId="25ffba23-79a1-42ea-bb25-5c5589740de2" providerId="ADAL" clId="{B3CCA098-3E74-4298-8259-D314E9EB633A}" dt="2026-01-15T10:56:40.282" v="1777" actId="14838"/>
          <ac:spMkLst>
            <pc:docMk/>
            <pc:sldMk cId="3254460375" sldId="269"/>
            <ac:spMk id="2" creationId="{1CF99ABA-4E3B-310A-CDC2-25B036F2C28D}"/>
          </ac:spMkLst>
        </pc:spChg>
        <pc:picChg chg="add mod">
          <ac:chgData name="CARMINE DI MANSO" userId="25ffba23-79a1-42ea-bb25-5c5589740de2" providerId="ADAL" clId="{B3CCA098-3E74-4298-8259-D314E9EB633A}" dt="2026-01-15T10:58:25.556" v="1782" actId="208"/>
          <ac:picMkLst>
            <pc:docMk/>
            <pc:sldMk cId="3254460375" sldId="269"/>
            <ac:picMk id="3" creationId="{2AFA1189-0344-6ED2-FF65-BBC970A633EF}"/>
          </ac:picMkLst>
        </pc:picChg>
      </pc:sldChg>
      <pc:sldChg chg="addSp modSp new mod">
        <pc:chgData name="CARMINE DI MANSO" userId="25ffba23-79a1-42ea-bb25-5c5589740de2" providerId="ADAL" clId="{B3CCA098-3E74-4298-8259-D314E9EB633A}" dt="2026-01-15T16:02:31.947" v="1898" actId="1582"/>
        <pc:sldMkLst>
          <pc:docMk/>
          <pc:sldMk cId="3706201264" sldId="270"/>
        </pc:sldMkLst>
        <pc:spChg chg="mod">
          <ac:chgData name="CARMINE DI MANSO" userId="25ffba23-79a1-42ea-bb25-5c5589740de2" providerId="ADAL" clId="{B3CCA098-3E74-4298-8259-D314E9EB633A}" dt="2026-01-15T15:59:15.845" v="1878" actId="122"/>
          <ac:spMkLst>
            <pc:docMk/>
            <pc:sldMk cId="3706201264" sldId="270"/>
            <ac:spMk id="2" creationId="{F7788129-DA4E-0B23-F921-DEABF9D152E7}"/>
          </ac:spMkLst>
        </pc:spChg>
        <pc:picChg chg="add mod">
          <ac:chgData name="CARMINE DI MANSO" userId="25ffba23-79a1-42ea-bb25-5c5589740de2" providerId="ADAL" clId="{B3CCA098-3E74-4298-8259-D314E9EB633A}" dt="2026-01-15T16:02:18.977" v="1897" actId="1582"/>
          <ac:picMkLst>
            <pc:docMk/>
            <pc:sldMk cId="3706201264" sldId="270"/>
            <ac:picMk id="3" creationId="{15F24161-1958-C649-5531-79F1655A39DA}"/>
          </ac:picMkLst>
        </pc:picChg>
        <pc:picChg chg="add mod">
          <ac:chgData name="CARMINE DI MANSO" userId="25ffba23-79a1-42ea-bb25-5c5589740de2" providerId="ADAL" clId="{B3CCA098-3E74-4298-8259-D314E9EB633A}" dt="2026-01-15T16:02:31.947" v="1898" actId="1582"/>
          <ac:picMkLst>
            <pc:docMk/>
            <pc:sldMk cId="3706201264" sldId="270"/>
            <ac:picMk id="4" creationId="{B980C786-E78F-6998-46BA-CB3E00138BEF}"/>
          </ac:picMkLst>
        </pc:picChg>
      </pc:sldChg>
      <pc:sldChg chg="modSp add mod">
        <pc:chgData name="CARMINE DI MANSO" userId="25ffba23-79a1-42ea-bb25-5c5589740de2" providerId="ADAL" clId="{B3CCA098-3E74-4298-8259-D314E9EB633A}" dt="2026-01-15T16:04:18.214" v="1932" actId="14100"/>
        <pc:sldMkLst>
          <pc:docMk/>
          <pc:sldMk cId="95365322" sldId="271"/>
        </pc:sldMkLst>
        <pc:picChg chg="mod">
          <ac:chgData name="CARMINE DI MANSO" userId="25ffba23-79a1-42ea-bb25-5c5589740de2" providerId="ADAL" clId="{B3CCA098-3E74-4298-8259-D314E9EB633A}" dt="2026-01-15T16:03:58.028" v="1931" actId="14826"/>
          <ac:picMkLst>
            <pc:docMk/>
            <pc:sldMk cId="95365322" sldId="271"/>
            <ac:picMk id="3" creationId="{F737AB78-69D1-F87F-DD17-8B159A9FC8D9}"/>
          </ac:picMkLst>
        </pc:picChg>
        <pc:picChg chg="mod">
          <ac:chgData name="CARMINE DI MANSO" userId="25ffba23-79a1-42ea-bb25-5c5589740de2" providerId="ADAL" clId="{B3CCA098-3E74-4298-8259-D314E9EB633A}" dt="2026-01-15T16:04:18.214" v="1932" actId="14100"/>
          <ac:picMkLst>
            <pc:docMk/>
            <pc:sldMk cId="95365322" sldId="271"/>
            <ac:picMk id="4" creationId="{90E8754B-9333-741D-7C54-E2BCA02491BC}"/>
          </ac:picMkLst>
        </pc:picChg>
      </pc:sldChg>
      <pc:sldChg chg="modSp new del mod">
        <pc:chgData name="CARMINE DI MANSO" userId="25ffba23-79a1-42ea-bb25-5c5589740de2" providerId="ADAL" clId="{B3CCA098-3E74-4298-8259-D314E9EB633A}" dt="2026-01-15T16:03:16.235" v="1928" actId="2696"/>
        <pc:sldMkLst>
          <pc:docMk/>
          <pc:sldMk cId="2540356818" sldId="271"/>
        </pc:sldMkLst>
        <pc:spChg chg="mod">
          <ac:chgData name="CARMINE DI MANSO" userId="25ffba23-79a1-42ea-bb25-5c5589740de2" providerId="ADAL" clId="{B3CCA098-3E74-4298-8259-D314E9EB633A}" dt="2026-01-15T16:03:12.290" v="1927" actId="20577"/>
          <ac:spMkLst>
            <pc:docMk/>
            <pc:sldMk cId="2540356818" sldId="271"/>
            <ac:spMk id="2" creationId="{E69101CD-2F21-EEBD-3E4B-73EA374A600A}"/>
          </ac:spMkLst>
        </pc:spChg>
      </pc:sldChg>
      <pc:sldChg chg="addSp delSp modSp new mod setBg">
        <pc:chgData name="CARMINE DI MANSO" userId="25ffba23-79a1-42ea-bb25-5c5589740de2" providerId="ADAL" clId="{B3CCA098-3E74-4298-8259-D314E9EB633A}" dt="2026-01-15T17:20:49.209" v="2304" actId="2085"/>
        <pc:sldMkLst>
          <pc:docMk/>
          <pc:sldMk cId="3455454896" sldId="272"/>
        </pc:sldMkLst>
        <pc:spChg chg="mod ord">
          <ac:chgData name="CARMINE DI MANSO" userId="25ffba23-79a1-42ea-bb25-5c5589740de2" providerId="ADAL" clId="{B3CCA098-3E74-4298-8259-D314E9EB633A}" dt="2026-01-15T16:15:56.535" v="2074" actId="14100"/>
          <ac:spMkLst>
            <pc:docMk/>
            <pc:sldMk cId="3455454896" sldId="272"/>
            <ac:spMk id="2" creationId="{7EC83251-9B39-8C5B-13D7-C09294E94C4A}"/>
          </ac:spMkLst>
        </pc:spChg>
        <pc:spChg chg="add del mod">
          <ac:chgData name="CARMINE DI MANSO" userId="25ffba23-79a1-42ea-bb25-5c5589740de2" providerId="ADAL" clId="{B3CCA098-3E74-4298-8259-D314E9EB633A}" dt="2026-01-15T16:16:06.239" v="2091" actId="478"/>
          <ac:spMkLst>
            <pc:docMk/>
            <pc:sldMk cId="3455454896" sldId="272"/>
            <ac:spMk id="5" creationId="{2D11178B-0BF8-5E10-0809-EB4B290E48DB}"/>
          </ac:spMkLst>
        </pc:spChg>
        <pc:spChg chg="add del mod">
          <ac:chgData name="CARMINE DI MANSO" userId="25ffba23-79a1-42ea-bb25-5c5589740de2" providerId="ADAL" clId="{B3CCA098-3E74-4298-8259-D314E9EB633A}" dt="2026-01-15T16:12:06.104" v="2003" actId="478"/>
          <ac:spMkLst>
            <pc:docMk/>
            <pc:sldMk cId="3455454896" sldId="272"/>
            <ac:spMk id="6" creationId="{7D9ADFB0-4173-E68F-0398-5988F5F90998}"/>
          </ac:spMkLst>
        </pc:spChg>
        <pc:grpChg chg="add del">
          <ac:chgData name="CARMINE DI MANSO" userId="25ffba23-79a1-42ea-bb25-5c5589740de2" providerId="ADAL" clId="{B3CCA098-3E74-4298-8259-D314E9EB633A}" dt="2026-01-15T16:09:01.692" v="1947" actId="26606"/>
          <ac:grpSpMkLst>
            <pc:docMk/>
            <pc:sldMk cId="3455454896" sldId="272"/>
            <ac:grpSpMk id="11" creationId="{FB9EE4F0-B261-4AB0-BEE3-AA9DD198FC44}"/>
          </ac:grpSpMkLst>
        </pc:grpChg>
        <pc:grpChg chg="add del">
          <ac:chgData name="CARMINE DI MANSO" userId="25ffba23-79a1-42ea-bb25-5c5589740de2" providerId="ADAL" clId="{B3CCA098-3E74-4298-8259-D314E9EB633A}" dt="2026-01-15T16:09:01.692" v="1947" actId="26606"/>
          <ac:grpSpMkLst>
            <pc:docMk/>
            <pc:sldMk cId="3455454896" sldId="272"/>
            <ac:grpSpMk id="67" creationId="{E30D7E16-7F86-4722-BF6F-99BD5CA2C20C}"/>
          </ac:grpSpMkLst>
        </pc:grpChg>
        <pc:grpChg chg="add del">
          <ac:chgData name="CARMINE DI MANSO" userId="25ffba23-79a1-42ea-bb25-5c5589740de2" providerId="ADAL" clId="{B3CCA098-3E74-4298-8259-D314E9EB633A}" dt="2026-01-15T16:09:01.692" v="1947" actId="26606"/>
          <ac:grpSpMkLst>
            <pc:docMk/>
            <pc:sldMk cId="3455454896" sldId="272"/>
            <ac:grpSpMk id="71" creationId="{CDB03AD1-7FC3-4CB4-997C-9D8CC7B43B78}"/>
          </ac:grpSpMkLst>
        </pc:grpChg>
        <pc:picChg chg="add mod">
          <ac:chgData name="CARMINE DI MANSO" userId="25ffba23-79a1-42ea-bb25-5c5589740de2" providerId="ADAL" clId="{B3CCA098-3E74-4298-8259-D314E9EB633A}" dt="2026-01-15T16:16:17.770" v="2093" actId="1076"/>
          <ac:picMkLst>
            <pc:docMk/>
            <pc:sldMk cId="3455454896" sldId="272"/>
            <ac:picMk id="3" creationId="{7235B210-56B9-1F88-1DBF-EBE049AE88E8}"/>
          </ac:picMkLst>
        </pc:picChg>
        <pc:picChg chg="add mod">
          <ac:chgData name="CARMINE DI MANSO" userId="25ffba23-79a1-42ea-bb25-5c5589740de2" providerId="ADAL" clId="{B3CCA098-3E74-4298-8259-D314E9EB633A}" dt="2026-01-15T16:16:22.343" v="2094" actId="1076"/>
          <ac:picMkLst>
            <pc:docMk/>
            <pc:sldMk cId="3455454896" sldId="272"/>
            <ac:picMk id="4" creationId="{EB104AF6-FB99-4518-D9FD-07E1A898024D}"/>
          </ac:picMkLst>
        </pc:picChg>
        <pc:picChg chg="del mod">
          <ac:chgData name="CARMINE DI MANSO" userId="25ffba23-79a1-42ea-bb25-5c5589740de2" providerId="ADAL" clId="{B3CCA098-3E74-4298-8259-D314E9EB633A}" dt="2026-01-15T16:28:53.057" v="2101" actId="478"/>
          <ac:picMkLst>
            <pc:docMk/>
            <pc:sldMk cId="3455454896" sldId="272"/>
            <ac:picMk id="6" creationId="{70DB9E6F-900B-183F-94E1-B1121F9595AC}"/>
          </ac:picMkLst>
        </pc:picChg>
        <pc:picChg chg="add mod">
          <ac:chgData name="CARMINE DI MANSO" userId="25ffba23-79a1-42ea-bb25-5c5589740de2" providerId="ADAL" clId="{B3CCA098-3E74-4298-8259-D314E9EB633A}" dt="2026-01-15T17:20:49.209" v="2304" actId="2085"/>
          <ac:picMkLst>
            <pc:docMk/>
            <pc:sldMk cId="3455454896" sldId="272"/>
            <ac:picMk id="7" creationId="{45C1D17C-635B-AB92-F453-06100797780A}"/>
          </ac:picMkLst>
        </pc:picChg>
        <pc:picChg chg="add del">
          <ac:chgData name="CARMINE DI MANSO" userId="25ffba23-79a1-42ea-bb25-5c5589740de2" providerId="ADAL" clId="{B3CCA098-3E74-4298-8259-D314E9EB633A}" dt="2026-01-15T16:09:01.692" v="1947" actId="26606"/>
          <ac:picMkLst>
            <pc:docMk/>
            <pc:sldMk cId="3455454896" sldId="272"/>
            <ac:picMk id="9" creationId="{19AFBE53-1417-406B-8083-DBE0DA72F29D}"/>
          </ac:picMkLst>
        </pc:picChg>
        <pc:cxnChg chg="add del">
          <ac:chgData name="CARMINE DI MANSO" userId="25ffba23-79a1-42ea-bb25-5c5589740de2" providerId="ADAL" clId="{B3CCA098-3E74-4298-8259-D314E9EB633A}" dt="2026-01-15T16:09:01.692" v="1947" actId="26606"/>
          <ac:cxnSpMkLst>
            <pc:docMk/>
            <pc:sldMk cId="3455454896" sldId="272"/>
            <ac:cxnSpMk id="95" creationId="{76422D0B-861E-410F-ABEF-6C611CE0C2AC}"/>
          </ac:cxnSpMkLst>
        </pc:cxnChg>
        <pc:cxnChg chg="add del">
          <ac:chgData name="CARMINE DI MANSO" userId="25ffba23-79a1-42ea-bb25-5c5589740de2" providerId="ADAL" clId="{B3CCA098-3E74-4298-8259-D314E9EB633A}" dt="2026-01-15T16:09:01.692" v="1947" actId="26606"/>
          <ac:cxnSpMkLst>
            <pc:docMk/>
            <pc:sldMk cId="3455454896" sldId="272"/>
            <ac:cxnSpMk id="97" creationId="{DB25C40C-F036-45C1-938E-A334101FFC34}"/>
          </ac:cxnSpMkLst>
        </pc:cxnChg>
      </pc:sldChg>
      <pc:sldChg chg="delSp modSp new mod">
        <pc:chgData name="CARMINE DI MANSO" userId="25ffba23-79a1-42ea-bb25-5c5589740de2" providerId="ADAL" clId="{B3CCA098-3E74-4298-8259-D314E9EB633A}" dt="2026-01-15T16:53:59.262" v="2206" actId="1076"/>
        <pc:sldMkLst>
          <pc:docMk/>
          <pc:sldMk cId="2810788975" sldId="273"/>
        </pc:sldMkLst>
        <pc:spChg chg="mod">
          <ac:chgData name="CARMINE DI MANSO" userId="25ffba23-79a1-42ea-bb25-5c5589740de2" providerId="ADAL" clId="{B3CCA098-3E74-4298-8259-D314E9EB633A}" dt="2026-01-15T16:29:44.597" v="2105" actId="14838"/>
          <ac:spMkLst>
            <pc:docMk/>
            <pc:sldMk cId="2810788975" sldId="273"/>
            <ac:spMk id="2" creationId="{2F77F1DC-1473-6065-AB20-5E30C39E9DB8}"/>
          </ac:spMkLst>
        </pc:spChg>
        <pc:spChg chg="mod">
          <ac:chgData name="CARMINE DI MANSO" userId="25ffba23-79a1-42ea-bb25-5c5589740de2" providerId="ADAL" clId="{B3CCA098-3E74-4298-8259-D314E9EB633A}" dt="2026-01-15T16:53:59.262" v="2206" actId="1076"/>
          <ac:spMkLst>
            <pc:docMk/>
            <pc:sldMk cId="2810788975" sldId="273"/>
            <ac:spMk id="9" creationId="{BD971E4A-2CB4-E50A-59D6-1BF11AF5DA0D}"/>
          </ac:spMkLst>
        </pc:spChg>
        <pc:picChg chg="del mod">
          <ac:chgData name="CARMINE DI MANSO" userId="25ffba23-79a1-42ea-bb25-5c5589740de2" providerId="ADAL" clId="{B3CCA098-3E74-4298-8259-D314E9EB633A}" dt="2026-01-15T16:41:35.245" v="2125" actId="478"/>
          <ac:picMkLst>
            <pc:docMk/>
            <pc:sldMk cId="2810788975" sldId="273"/>
            <ac:picMk id="3" creationId="{FB13D045-9181-8853-4E0F-4FF3B13FDDF2}"/>
          </ac:picMkLst>
        </pc:picChg>
        <pc:picChg chg="mod">
          <ac:chgData name="CARMINE DI MANSO" userId="25ffba23-79a1-42ea-bb25-5c5589740de2" providerId="ADAL" clId="{B3CCA098-3E74-4298-8259-D314E9EB633A}" dt="2026-01-15T16:46:11.893" v="2144" actId="1076"/>
          <ac:picMkLst>
            <pc:docMk/>
            <pc:sldMk cId="2810788975" sldId="273"/>
            <ac:picMk id="4" creationId="{548DD067-5EA4-6F5B-BFF0-EAF39A8B6B46}"/>
          </ac:picMkLst>
        </pc:picChg>
      </pc:sldChg>
      <pc:sldChg chg="addSp modSp add mod">
        <pc:chgData name="CARMINE DI MANSO" userId="25ffba23-79a1-42ea-bb25-5c5589740de2" providerId="ADAL" clId="{B3CCA098-3E74-4298-8259-D314E9EB633A}" dt="2026-01-15T16:57:17.922" v="2234" actId="1076"/>
        <pc:sldMkLst>
          <pc:docMk/>
          <pc:sldMk cId="2197987247" sldId="274"/>
        </pc:sldMkLst>
        <pc:spChg chg="mod">
          <ac:chgData name="CARMINE DI MANSO" userId="25ffba23-79a1-42ea-bb25-5c5589740de2" providerId="ADAL" clId="{B3CCA098-3E74-4298-8259-D314E9EB633A}" dt="2026-01-15T16:57:13.938" v="2232" actId="14100"/>
          <ac:spMkLst>
            <pc:docMk/>
            <pc:sldMk cId="2197987247" sldId="274"/>
            <ac:spMk id="2" creationId="{15721B08-9D09-1500-808B-EEC47C5F7F6C}"/>
          </ac:spMkLst>
        </pc:spChg>
        <pc:picChg chg="add mod">
          <ac:chgData name="CARMINE DI MANSO" userId="25ffba23-79a1-42ea-bb25-5c5589740de2" providerId="ADAL" clId="{B3CCA098-3E74-4298-8259-D314E9EB633A}" dt="2026-01-15T16:57:17.922" v="2234" actId="1076"/>
          <ac:picMkLst>
            <pc:docMk/>
            <pc:sldMk cId="2197987247" sldId="274"/>
            <ac:picMk id="3" creationId="{09D41826-4872-B31A-AC22-3E3AD98721C6}"/>
          </ac:picMkLst>
        </pc:picChg>
        <pc:picChg chg="add mod">
          <ac:chgData name="CARMINE DI MANSO" userId="25ffba23-79a1-42ea-bb25-5c5589740de2" providerId="ADAL" clId="{B3CCA098-3E74-4298-8259-D314E9EB633A}" dt="2026-01-15T16:56:52.141" v="2226" actId="1076"/>
          <ac:picMkLst>
            <pc:docMk/>
            <pc:sldMk cId="2197987247" sldId="274"/>
            <ac:picMk id="4" creationId="{F665D47B-5F02-0475-BA9B-F771FA1B4094}"/>
          </ac:picMkLst>
        </pc:picChg>
        <pc:picChg chg="add mod">
          <ac:chgData name="CARMINE DI MANSO" userId="25ffba23-79a1-42ea-bb25-5c5589740de2" providerId="ADAL" clId="{B3CCA098-3E74-4298-8259-D314E9EB633A}" dt="2026-01-15T16:56:56.373" v="2227" actId="1076"/>
          <ac:picMkLst>
            <pc:docMk/>
            <pc:sldMk cId="2197987247" sldId="274"/>
            <ac:picMk id="5" creationId="{EFD487C4-312E-5ACE-B9C7-C6AD10AE59C8}"/>
          </ac:picMkLst>
        </pc:picChg>
      </pc:sldChg>
      <pc:sldChg chg="addSp modSp add mod modAnim">
        <pc:chgData name="CARMINE DI MANSO" userId="25ffba23-79a1-42ea-bb25-5c5589740de2" providerId="ADAL" clId="{B3CCA098-3E74-4298-8259-D314E9EB633A}" dt="2026-01-15T17:20:03.877" v="2302" actId="1076"/>
        <pc:sldMkLst>
          <pc:docMk/>
          <pc:sldMk cId="309778772" sldId="275"/>
        </pc:sldMkLst>
        <pc:spChg chg="mod">
          <ac:chgData name="CARMINE DI MANSO" userId="25ffba23-79a1-42ea-bb25-5c5589740de2" providerId="ADAL" clId="{B3CCA098-3E74-4298-8259-D314E9EB633A}" dt="2026-01-15T16:33:38.755" v="2118" actId="20577"/>
          <ac:spMkLst>
            <pc:docMk/>
            <pc:sldMk cId="309778772" sldId="275"/>
            <ac:spMk id="2" creationId="{06B4995E-10E1-EDE7-9C9F-708CAD42AECF}"/>
          </ac:spMkLst>
        </pc:spChg>
        <pc:spChg chg="add mod">
          <ac:chgData name="CARMINE DI MANSO" userId="25ffba23-79a1-42ea-bb25-5c5589740de2" providerId="ADAL" clId="{B3CCA098-3E74-4298-8259-D314E9EB633A}" dt="2026-01-15T17:20:03.877" v="2302" actId="1076"/>
          <ac:spMkLst>
            <pc:docMk/>
            <pc:sldMk cId="309778772" sldId="275"/>
            <ac:spMk id="5" creationId="{15A04CD4-9556-AFA0-C17E-EE4AC4558095}"/>
          </ac:spMkLst>
        </pc:spChg>
        <pc:picChg chg="mod">
          <ac:chgData name="CARMINE DI MANSO" userId="25ffba23-79a1-42ea-bb25-5c5589740de2" providerId="ADAL" clId="{B3CCA098-3E74-4298-8259-D314E9EB633A}" dt="2026-01-15T17:09:48.272" v="2237" actId="1076"/>
          <ac:picMkLst>
            <pc:docMk/>
            <pc:sldMk cId="309778772" sldId="275"/>
            <ac:picMk id="3" creationId="{C6C954FC-60E0-86D2-9F98-652C31971760}"/>
          </ac:picMkLst>
        </pc:picChg>
      </pc:sldChg>
      <pc:sldChg chg="addSp delSp modSp new mod">
        <pc:chgData name="CARMINE DI MANSO" userId="25ffba23-79a1-42ea-bb25-5c5589740de2" providerId="ADAL" clId="{B3CCA098-3E74-4298-8259-D314E9EB633A}" dt="2026-01-15T17:38:37.451" v="2395" actId="1076"/>
        <pc:sldMkLst>
          <pc:docMk/>
          <pc:sldMk cId="92163820" sldId="276"/>
        </pc:sldMkLst>
        <pc:spChg chg="mod">
          <ac:chgData name="CARMINE DI MANSO" userId="25ffba23-79a1-42ea-bb25-5c5589740de2" providerId="ADAL" clId="{B3CCA098-3E74-4298-8259-D314E9EB633A}" dt="2026-01-15T17:31:32.450" v="2386" actId="14838"/>
          <ac:spMkLst>
            <pc:docMk/>
            <pc:sldMk cId="92163820" sldId="276"/>
            <ac:spMk id="2" creationId="{10FF684E-CCBE-2F0F-98F5-1E3F008399A1}"/>
          </ac:spMkLst>
        </pc:spChg>
        <pc:spChg chg="add del mod">
          <ac:chgData name="CARMINE DI MANSO" userId="25ffba23-79a1-42ea-bb25-5c5589740de2" providerId="ADAL" clId="{B3CCA098-3E74-4298-8259-D314E9EB633A}" dt="2026-01-15T17:25:51.374" v="2308"/>
          <ac:spMkLst>
            <pc:docMk/>
            <pc:sldMk cId="92163820" sldId="276"/>
            <ac:spMk id="3" creationId="{E6A986B7-0B4B-A75F-32A8-6BE7255E1FB3}"/>
          </ac:spMkLst>
        </pc:spChg>
        <pc:spChg chg="add mod">
          <ac:chgData name="CARMINE DI MANSO" userId="25ffba23-79a1-42ea-bb25-5c5589740de2" providerId="ADAL" clId="{B3CCA098-3E74-4298-8259-D314E9EB633A}" dt="2026-01-15T17:32:16.313" v="2388" actId="14100"/>
          <ac:spMkLst>
            <pc:docMk/>
            <pc:sldMk cId="92163820" sldId="276"/>
            <ac:spMk id="4" creationId="{0BB4F9F8-F360-6FEC-F006-63867F84FB1F}"/>
          </ac:spMkLst>
        </pc:spChg>
        <pc:picChg chg="add mod">
          <ac:chgData name="CARMINE DI MANSO" userId="25ffba23-79a1-42ea-bb25-5c5589740de2" providerId="ADAL" clId="{B3CCA098-3E74-4298-8259-D314E9EB633A}" dt="2026-01-15T17:36:09.498" v="2393" actId="14100"/>
          <ac:picMkLst>
            <pc:docMk/>
            <pc:sldMk cId="92163820" sldId="276"/>
            <ac:picMk id="6" creationId="{592E2E5C-D9F6-2DA2-AE9E-25DBC8E3FC41}"/>
          </ac:picMkLst>
        </pc:picChg>
        <pc:picChg chg="mod">
          <ac:chgData name="CARMINE DI MANSO" userId="25ffba23-79a1-42ea-bb25-5c5589740de2" providerId="ADAL" clId="{B3CCA098-3E74-4298-8259-D314E9EB633A}" dt="2026-01-15T17:38:37.451" v="2395" actId="1076"/>
          <ac:picMkLst>
            <pc:docMk/>
            <pc:sldMk cId="92163820" sldId="276"/>
            <ac:picMk id="7" creationId="{451A8AEA-3FED-E180-17F5-A28873CE67D1}"/>
          </ac:picMkLst>
        </pc:picChg>
      </pc:sldChg>
    </pc:docChg>
  </pc:docChgLst>
  <pc:docChgLst>
    <pc:chgData name="ALESSANDRO CIGLIANO" userId="S::a.cigliano1@studenti.unisa.it::f88872c2-4bc9-4d31-b05d-5a0cf3aafa9e" providerId="AD" clId="Web-{6BCEE390-1355-5F51-5D1B-B7332667C44A}"/>
    <pc:docChg chg="modSld">
      <pc:chgData name="ALESSANDRO CIGLIANO" userId="S::a.cigliano1@studenti.unisa.it::f88872c2-4bc9-4d31-b05d-5a0cf3aafa9e" providerId="AD" clId="Web-{6BCEE390-1355-5F51-5D1B-B7332667C44A}" dt="2026-01-15T12:01:04.854" v="0"/>
      <pc:docMkLst>
        <pc:docMk/>
      </pc:docMkLst>
      <pc:sldChg chg="modSp">
        <pc:chgData name="ALESSANDRO CIGLIANO" userId="S::a.cigliano1@studenti.unisa.it::f88872c2-4bc9-4d31-b05d-5a0cf3aafa9e" providerId="AD" clId="Web-{6BCEE390-1355-5F51-5D1B-B7332667C44A}" dt="2026-01-15T12:01:04.854" v="0"/>
        <pc:sldMkLst>
          <pc:docMk/>
          <pc:sldMk cId="3254460375" sldId="269"/>
        </pc:sldMkLst>
        <pc:picChg chg="mod">
          <ac:chgData name="ALESSANDRO CIGLIANO" userId="S::a.cigliano1@studenti.unisa.it::f88872c2-4bc9-4d31-b05d-5a0cf3aafa9e" providerId="AD" clId="Web-{6BCEE390-1355-5F51-5D1B-B7332667C44A}" dt="2026-01-15T12:01:04.854" v="0"/>
          <ac:picMkLst>
            <pc:docMk/>
            <pc:sldMk cId="3254460375" sldId="269"/>
            <ac:picMk id="3" creationId="{2AFA1189-0344-6ED2-FF65-BBC970A633EF}"/>
          </ac:picMkLst>
        </pc:picChg>
      </pc:sldChg>
    </pc:docChg>
  </pc:docChgLst>
  <pc:docChgLst>
    <pc:chgData name="ALESSANDRO CIGLIANO" userId="S::a.cigliano1@studenti.unisa.it::f88872c2-4bc9-4d31-b05d-5a0cf3aafa9e" providerId="AD" clId="Web-{BC53DF82-78BE-84FA-D613-A9CFD3B96DA9}"/>
    <pc:docChg chg="modSld">
      <pc:chgData name="ALESSANDRO CIGLIANO" userId="S::a.cigliano1@studenti.unisa.it::f88872c2-4bc9-4d31-b05d-5a0cf3aafa9e" providerId="AD" clId="Web-{BC53DF82-78BE-84FA-D613-A9CFD3B96DA9}" dt="2026-01-13T11:34:23.339" v="469" actId="1076"/>
      <pc:docMkLst>
        <pc:docMk/>
      </pc:docMkLst>
      <pc:sldChg chg="modSp">
        <pc:chgData name="ALESSANDRO CIGLIANO" userId="S::a.cigliano1@studenti.unisa.it::f88872c2-4bc9-4d31-b05d-5a0cf3aafa9e" providerId="AD" clId="Web-{BC53DF82-78BE-84FA-D613-A9CFD3B96DA9}" dt="2026-01-13T10:44:56.073" v="177" actId="20577"/>
        <pc:sldMkLst>
          <pc:docMk/>
          <pc:sldMk cId="1688690467" sldId="257"/>
        </pc:sldMkLst>
        <pc:spChg chg="mod">
          <ac:chgData name="ALESSANDRO CIGLIANO" userId="S::a.cigliano1@studenti.unisa.it::f88872c2-4bc9-4d31-b05d-5a0cf3aafa9e" providerId="AD" clId="Web-{BC53DF82-78BE-84FA-D613-A9CFD3B96DA9}" dt="2026-01-13T10:44:56.073" v="177" actId="20577"/>
          <ac:spMkLst>
            <pc:docMk/>
            <pc:sldMk cId="1688690467" sldId="257"/>
            <ac:spMk id="10" creationId="{3EA6F63F-355D-DD05-22B1-E3FA2A538B2C}"/>
          </ac:spMkLst>
        </pc:spChg>
      </pc:sldChg>
      <pc:sldChg chg="modSp">
        <pc:chgData name="ALESSANDRO CIGLIANO" userId="S::a.cigliano1@studenti.unisa.it::f88872c2-4bc9-4d31-b05d-5a0cf3aafa9e" providerId="AD" clId="Web-{BC53DF82-78BE-84FA-D613-A9CFD3B96DA9}" dt="2026-01-13T11:08:43.042" v="343" actId="20577"/>
        <pc:sldMkLst>
          <pc:docMk/>
          <pc:sldMk cId="3417758717" sldId="258"/>
        </pc:sldMkLst>
        <pc:spChg chg="mod">
          <ac:chgData name="ALESSANDRO CIGLIANO" userId="S::a.cigliano1@studenti.unisa.it::f88872c2-4bc9-4d31-b05d-5a0cf3aafa9e" providerId="AD" clId="Web-{BC53DF82-78BE-84FA-D613-A9CFD3B96DA9}" dt="2026-01-13T11:08:43.042" v="343" actId="20577"/>
          <ac:spMkLst>
            <pc:docMk/>
            <pc:sldMk cId="3417758717" sldId="258"/>
            <ac:spMk id="3" creationId="{3FF41504-711C-DE48-1CD0-A8298BF996D8}"/>
          </ac:spMkLst>
        </pc:spChg>
      </pc:sldChg>
    </pc:docChg>
  </pc:docChgLst>
  <pc:docChgLst>
    <pc:chgData name="ALESSANDRO CIGLIANO" userId="S::a.cigliano1@studenti.unisa.it::f88872c2-4bc9-4d31-b05d-5a0cf3aafa9e" providerId="AD" clId="Web-{66A6BD80-0B60-A8F1-37EB-16EF4276F48E}"/>
    <pc:docChg chg="modSld">
      <pc:chgData name="ALESSANDRO CIGLIANO" userId="S::a.cigliano1@studenti.unisa.it::f88872c2-4bc9-4d31-b05d-5a0cf3aafa9e" providerId="AD" clId="Web-{66A6BD80-0B60-A8F1-37EB-16EF4276F48E}" dt="2026-01-15T17:39:25.966" v="587" actId="14100"/>
      <pc:docMkLst>
        <pc:docMk/>
      </pc:docMkLst>
      <pc:sldChg chg="modSp">
        <pc:chgData name="ALESSANDRO CIGLIANO" userId="S::a.cigliano1@studenti.unisa.it::f88872c2-4bc9-4d31-b05d-5a0cf3aafa9e" providerId="AD" clId="Web-{66A6BD80-0B60-A8F1-37EB-16EF4276F48E}" dt="2026-01-15T15:57:28.631" v="1" actId="1076"/>
        <pc:sldMkLst>
          <pc:docMk/>
          <pc:sldMk cId="3408580624" sldId="268"/>
        </pc:sldMkLst>
        <pc:picChg chg="mod">
          <ac:chgData name="ALESSANDRO CIGLIANO" userId="S::a.cigliano1@studenti.unisa.it::f88872c2-4bc9-4d31-b05d-5a0cf3aafa9e" providerId="AD" clId="Web-{66A6BD80-0B60-A8F1-37EB-16EF4276F48E}" dt="2026-01-15T15:57:28.631" v="1" actId="1076"/>
          <ac:picMkLst>
            <pc:docMk/>
            <pc:sldMk cId="3408580624" sldId="268"/>
            <ac:picMk id="7" creationId="{F2AB33CB-0C11-9DA8-90DF-98A1E1126A66}"/>
          </ac:picMkLst>
        </pc:picChg>
      </pc:sldChg>
      <pc:sldChg chg="addSp delSp modSp">
        <pc:chgData name="ALESSANDRO CIGLIANO" userId="S::a.cigliano1@studenti.unisa.it::f88872c2-4bc9-4d31-b05d-5a0cf3aafa9e" providerId="AD" clId="Web-{66A6BD80-0B60-A8F1-37EB-16EF4276F48E}" dt="2026-01-15T16:00:52.900" v="8" actId="1076"/>
        <pc:sldMkLst>
          <pc:docMk/>
          <pc:sldMk cId="3706201264" sldId="270"/>
        </pc:sldMkLst>
        <pc:picChg chg="mod">
          <ac:chgData name="ALESSANDRO CIGLIANO" userId="S::a.cigliano1@studenti.unisa.it::f88872c2-4bc9-4d31-b05d-5a0cf3aafa9e" providerId="AD" clId="Web-{66A6BD80-0B60-A8F1-37EB-16EF4276F48E}" dt="2026-01-15T16:00:49.150" v="6" actId="14100"/>
          <ac:picMkLst>
            <pc:docMk/>
            <pc:sldMk cId="3706201264" sldId="270"/>
            <ac:picMk id="3" creationId="{15F24161-1958-C649-5531-79F1655A39DA}"/>
          </ac:picMkLst>
        </pc:picChg>
        <pc:picChg chg="mod">
          <ac:chgData name="ALESSANDRO CIGLIANO" userId="S::a.cigliano1@studenti.unisa.it::f88872c2-4bc9-4d31-b05d-5a0cf3aafa9e" providerId="AD" clId="Web-{66A6BD80-0B60-A8F1-37EB-16EF4276F48E}" dt="2026-01-15T16:00:52.900" v="8" actId="1076"/>
          <ac:picMkLst>
            <pc:docMk/>
            <pc:sldMk cId="3706201264" sldId="270"/>
            <ac:picMk id="4" creationId="{B980C786-E78F-6998-46BA-CB3E00138BEF}"/>
          </ac:picMkLst>
        </pc:picChg>
        <pc:picChg chg="add del mod">
          <ac:chgData name="ALESSANDRO CIGLIANO" userId="S::a.cigliano1@studenti.unisa.it::f88872c2-4bc9-4d31-b05d-5a0cf3aafa9e" providerId="AD" clId="Web-{66A6BD80-0B60-A8F1-37EB-16EF4276F48E}" dt="2026-01-15T16:00:25.618" v="5"/>
          <ac:picMkLst>
            <pc:docMk/>
            <pc:sldMk cId="3706201264" sldId="270"/>
            <ac:picMk id="5" creationId="{CCD30273-2218-B01A-0F4B-84900992A1CB}"/>
          </ac:picMkLst>
        </pc:picChg>
      </pc:sldChg>
      <pc:sldChg chg="addSp modSp">
        <pc:chgData name="ALESSANDRO CIGLIANO" userId="S::a.cigliano1@studenti.unisa.it::f88872c2-4bc9-4d31-b05d-5a0cf3aafa9e" providerId="AD" clId="Web-{66A6BD80-0B60-A8F1-37EB-16EF4276F48E}" dt="2026-01-15T16:46:40.368" v="90"/>
        <pc:sldMkLst>
          <pc:docMk/>
          <pc:sldMk cId="3455454896" sldId="272"/>
        </pc:sldMkLst>
        <pc:spChg chg="mod">
          <ac:chgData name="ALESSANDRO CIGLIANO" userId="S::a.cigliano1@studenti.unisa.it::f88872c2-4bc9-4d31-b05d-5a0cf3aafa9e" providerId="AD" clId="Web-{66A6BD80-0B60-A8F1-37EB-16EF4276F48E}" dt="2026-01-15T16:12:25.225" v="48" actId="20577"/>
          <ac:spMkLst>
            <pc:docMk/>
            <pc:sldMk cId="3455454896" sldId="272"/>
            <ac:spMk id="2" creationId="{7EC83251-9B39-8C5B-13D7-C09294E94C4A}"/>
          </ac:spMkLst>
        </pc:spChg>
        <pc:picChg chg="mod">
          <ac:chgData name="ALESSANDRO CIGLIANO" userId="S::a.cigliano1@studenti.unisa.it::f88872c2-4bc9-4d31-b05d-5a0cf3aafa9e" providerId="AD" clId="Web-{66A6BD80-0B60-A8F1-37EB-16EF4276F48E}" dt="2026-01-15T16:13:37.914" v="50" actId="14100"/>
          <ac:picMkLst>
            <pc:docMk/>
            <pc:sldMk cId="3455454896" sldId="272"/>
            <ac:picMk id="4" creationId="{EB104AF6-FB99-4518-D9FD-07E1A898024D}"/>
          </ac:picMkLst>
        </pc:picChg>
        <pc:picChg chg="add mod">
          <ac:chgData name="ALESSANDRO CIGLIANO" userId="S::a.cigliano1@studenti.unisa.it::f88872c2-4bc9-4d31-b05d-5a0cf3aafa9e" providerId="AD" clId="Web-{66A6BD80-0B60-A8F1-37EB-16EF4276F48E}" dt="2026-01-15T16:28:02.382" v="57" actId="14100"/>
          <ac:picMkLst>
            <pc:docMk/>
            <pc:sldMk cId="3455454896" sldId="272"/>
            <ac:picMk id="6" creationId="{70DB9E6F-900B-183F-94E1-B1121F9595AC}"/>
          </ac:picMkLst>
        </pc:picChg>
        <pc:picChg chg="mod">
          <ac:chgData name="ALESSANDRO CIGLIANO" userId="S::a.cigliano1@studenti.unisa.it::f88872c2-4bc9-4d31-b05d-5a0cf3aafa9e" providerId="AD" clId="Web-{66A6BD80-0B60-A8F1-37EB-16EF4276F48E}" dt="2026-01-15T16:46:40.368" v="90"/>
          <ac:picMkLst>
            <pc:docMk/>
            <pc:sldMk cId="3455454896" sldId="272"/>
            <ac:picMk id="7" creationId="{45C1D17C-635B-AB92-F453-06100797780A}"/>
          </ac:picMkLst>
        </pc:picChg>
      </pc:sldChg>
      <pc:sldChg chg="addSp delSp modSp mod setBg">
        <pc:chgData name="ALESSANDRO CIGLIANO" userId="S::a.cigliano1@studenti.unisa.it::f88872c2-4bc9-4d31-b05d-5a0cf3aafa9e" providerId="AD" clId="Web-{66A6BD80-0B60-A8F1-37EB-16EF4276F48E}" dt="2026-01-15T16:53:58.424" v="208" actId="20577"/>
        <pc:sldMkLst>
          <pc:docMk/>
          <pc:sldMk cId="2810788975" sldId="273"/>
        </pc:sldMkLst>
        <pc:spChg chg="mod">
          <ac:chgData name="ALESSANDRO CIGLIANO" userId="S::a.cigliano1@studenti.unisa.it::f88872c2-4bc9-4d31-b05d-5a0cf3aafa9e" providerId="AD" clId="Web-{66A6BD80-0B60-A8F1-37EB-16EF4276F48E}" dt="2026-01-15T16:39:07.340" v="86"/>
          <ac:spMkLst>
            <pc:docMk/>
            <pc:sldMk cId="2810788975" sldId="273"/>
            <ac:spMk id="2" creationId="{2F77F1DC-1473-6065-AB20-5E30C39E9DB8}"/>
          </ac:spMkLst>
        </pc:spChg>
        <pc:spChg chg="add del mod">
          <ac:chgData name="ALESSANDRO CIGLIANO" userId="S::a.cigliano1@studenti.unisa.it::f88872c2-4bc9-4d31-b05d-5a0cf3aafa9e" providerId="AD" clId="Web-{66A6BD80-0B60-A8F1-37EB-16EF4276F48E}" dt="2026-01-15T16:47:16.949" v="93"/>
          <ac:spMkLst>
            <pc:docMk/>
            <pc:sldMk cId="2810788975" sldId="273"/>
            <ac:spMk id="5" creationId="{C802C21E-5E2F-0AFA-DD58-12074F0BFC80}"/>
          </ac:spMkLst>
        </pc:spChg>
        <pc:spChg chg="add del">
          <ac:chgData name="ALESSANDRO CIGLIANO" userId="S::a.cigliano1@studenti.unisa.it::f88872c2-4bc9-4d31-b05d-5a0cf3aafa9e" providerId="AD" clId="Web-{66A6BD80-0B60-A8F1-37EB-16EF4276F48E}" dt="2026-01-15T16:47:21.074" v="95"/>
          <ac:spMkLst>
            <pc:docMk/>
            <pc:sldMk cId="2810788975" sldId="273"/>
            <ac:spMk id="6" creationId="{B2D7EB12-DFC3-553B-E043-1FF05DD06A6D}"/>
          </ac:spMkLst>
        </pc:spChg>
        <pc:spChg chg="add del mod">
          <ac:chgData name="ALESSANDRO CIGLIANO" userId="S::a.cigliano1@studenti.unisa.it::f88872c2-4bc9-4d31-b05d-5a0cf3aafa9e" providerId="AD" clId="Web-{66A6BD80-0B60-A8F1-37EB-16EF4276F48E}" dt="2026-01-15T16:47:28.028" v="98"/>
          <ac:spMkLst>
            <pc:docMk/>
            <pc:sldMk cId="2810788975" sldId="273"/>
            <ac:spMk id="7" creationId="{F5F6A567-FA55-3363-2762-036DB701853B}"/>
          </ac:spMkLst>
        </pc:spChg>
        <pc:spChg chg="add mod">
          <ac:chgData name="ALESSANDRO CIGLIANO" userId="S::a.cigliano1@studenti.unisa.it::f88872c2-4bc9-4d31-b05d-5a0cf3aafa9e" providerId="AD" clId="Web-{66A6BD80-0B60-A8F1-37EB-16EF4276F48E}" dt="2026-01-15T16:53:58.424" v="208" actId="20577"/>
          <ac:spMkLst>
            <pc:docMk/>
            <pc:sldMk cId="2810788975" sldId="273"/>
            <ac:spMk id="9" creationId="{BD971E4A-2CB4-E50A-59D6-1BF11AF5DA0D}"/>
          </ac:spMkLst>
        </pc:s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10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66" creationId="{096A8A5D-137F-4A8A-9811-F7A867F02E3F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70" creationId="{0FA686C7-6B08-416F-AEF3-C204079363A8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6:39:07.340" v="86"/>
          <ac:grpSpMkLst>
            <pc:docMk/>
            <pc:sldMk cId="2810788975" sldId="273"/>
            <ac:grpSpMk id="126" creationId="{4C78E281-F596-4ECB-979A-89D89452AAD7}"/>
          </ac:grpSpMkLst>
        </pc:grpChg>
        <pc:picChg chg="add mod">
          <ac:chgData name="ALESSANDRO CIGLIANO" userId="S::a.cigliano1@studenti.unisa.it::f88872c2-4bc9-4d31-b05d-5a0cf3aafa9e" providerId="AD" clId="Web-{66A6BD80-0B60-A8F1-37EB-16EF4276F48E}" dt="2026-01-15T16:39:08.340" v="87" actId="1076"/>
          <ac:picMkLst>
            <pc:docMk/>
            <pc:sldMk cId="2810788975" sldId="273"/>
            <ac:picMk id="3" creationId="{FB13D045-9181-8853-4E0F-4FF3B13FDDF2}"/>
          </ac:picMkLst>
        </pc:picChg>
        <pc:picChg chg="add mod">
          <ac:chgData name="ALESSANDRO CIGLIANO" userId="S::a.cigliano1@studenti.unisa.it::f88872c2-4bc9-4d31-b05d-5a0cf3aafa9e" providerId="AD" clId="Web-{66A6BD80-0B60-A8F1-37EB-16EF4276F48E}" dt="2026-01-15T16:45:22.650" v="89"/>
          <ac:picMkLst>
            <pc:docMk/>
            <pc:sldMk cId="2810788975" sldId="273"/>
            <ac:picMk id="4" creationId="{548DD067-5EA4-6F5B-BFF0-EAF39A8B6B46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6:39:07.340" v="86"/>
          <ac:picMkLst>
            <pc:docMk/>
            <pc:sldMk cId="2810788975" sldId="273"/>
            <ac:picMk id="8" creationId="{50C065C3-0FE3-4452-B765-CB05BBB2A983}"/>
          </ac:picMkLst>
        </pc:picChg>
      </pc:sldChg>
      <pc:sldChg chg="modSp">
        <pc:chgData name="ALESSANDRO CIGLIANO" userId="S::a.cigliano1@studenti.unisa.it::f88872c2-4bc9-4d31-b05d-5a0cf3aafa9e" providerId="AD" clId="Web-{66A6BD80-0B60-A8F1-37EB-16EF4276F48E}" dt="2026-01-15T16:55:03.189" v="240" actId="20577"/>
        <pc:sldMkLst>
          <pc:docMk/>
          <pc:sldMk cId="2197987247" sldId="274"/>
        </pc:sldMkLst>
        <pc:spChg chg="mod">
          <ac:chgData name="ALESSANDRO CIGLIANO" userId="S::a.cigliano1@studenti.unisa.it::f88872c2-4bc9-4d31-b05d-5a0cf3aafa9e" providerId="AD" clId="Web-{66A6BD80-0B60-A8F1-37EB-16EF4276F48E}" dt="2026-01-15T16:55:03.189" v="240" actId="20577"/>
          <ac:spMkLst>
            <pc:docMk/>
            <pc:sldMk cId="2197987247" sldId="274"/>
            <ac:spMk id="2" creationId="{15721B08-9D09-1500-808B-EEC47C5F7F6C}"/>
          </ac:spMkLst>
        </pc:spChg>
        <pc:picChg chg="mod">
          <ac:chgData name="ALESSANDRO CIGLIANO" userId="S::a.cigliano1@studenti.unisa.it::f88872c2-4bc9-4d31-b05d-5a0cf3aafa9e" providerId="AD" clId="Web-{66A6BD80-0B60-A8F1-37EB-16EF4276F48E}" dt="2026-01-15T16:54:42.626" v="217" actId="1076"/>
          <ac:picMkLst>
            <pc:docMk/>
            <pc:sldMk cId="2197987247" sldId="274"/>
            <ac:picMk id="3" creationId="{09D41826-4872-B31A-AC22-3E3AD98721C6}"/>
          </ac:picMkLst>
        </pc:picChg>
        <pc:picChg chg="mod">
          <ac:chgData name="ALESSANDRO CIGLIANO" userId="S::a.cigliano1@studenti.unisa.it::f88872c2-4bc9-4d31-b05d-5a0cf3aafa9e" providerId="AD" clId="Web-{66A6BD80-0B60-A8F1-37EB-16EF4276F48E}" dt="2026-01-15T16:54:41.595" v="215" actId="1076"/>
          <ac:picMkLst>
            <pc:docMk/>
            <pc:sldMk cId="2197987247" sldId="274"/>
            <ac:picMk id="4" creationId="{F665D47B-5F02-0475-BA9B-F771FA1B4094}"/>
          </ac:picMkLst>
        </pc:picChg>
      </pc:sldChg>
      <pc:sldChg chg="addSp delSp modSp mod setBg">
        <pc:chgData name="ALESSANDRO CIGLIANO" userId="S::a.cigliano1@studenti.unisa.it::f88872c2-4bc9-4d31-b05d-5a0cf3aafa9e" providerId="AD" clId="Web-{66A6BD80-0B60-A8F1-37EB-16EF4276F48E}" dt="2026-01-15T17:18:17.299" v="530" actId="20577"/>
        <pc:sldMkLst>
          <pc:docMk/>
          <pc:sldMk cId="309778772" sldId="275"/>
        </pc:sldMkLst>
        <pc:spChg chg="mod ord">
          <ac:chgData name="ALESSANDRO CIGLIANO" userId="S::a.cigliano1@studenti.unisa.it::f88872c2-4bc9-4d31-b05d-5a0cf3aafa9e" providerId="AD" clId="Web-{66A6BD80-0B60-A8F1-37EB-16EF4276F48E}" dt="2026-01-15T17:15:58.055" v="390" actId="20577"/>
          <ac:spMkLst>
            <pc:docMk/>
            <pc:sldMk cId="309778772" sldId="275"/>
            <ac:spMk id="2" creationId="{06B4995E-10E1-EDE7-9C9F-708CAD42AECF}"/>
          </ac:spMkLst>
        </pc:spChg>
        <pc:spChg chg="add del">
          <ac:chgData name="ALESSANDRO CIGLIANO" userId="S::a.cigliano1@studenti.unisa.it::f88872c2-4bc9-4d31-b05d-5a0cf3aafa9e" providerId="AD" clId="Web-{66A6BD80-0B60-A8F1-37EB-16EF4276F48E}" dt="2026-01-15T17:13:47.117" v="297"/>
          <ac:spMkLst>
            <pc:docMk/>
            <pc:sldMk cId="309778772" sldId="275"/>
            <ac:spMk id="4" creationId="{FC928561-A8D5-922B-AF2F-15FC2E898294}"/>
          </ac:spMkLst>
        </pc:spChg>
        <pc:spChg chg="mod">
          <ac:chgData name="ALESSANDRO CIGLIANO" userId="S::a.cigliano1@studenti.unisa.it::f88872c2-4bc9-4d31-b05d-5a0cf3aafa9e" providerId="AD" clId="Web-{66A6BD80-0B60-A8F1-37EB-16EF4276F48E}" dt="2026-01-15T17:18:17.299" v="530" actId="20577"/>
          <ac:spMkLst>
            <pc:docMk/>
            <pc:sldMk cId="309778772" sldId="275"/>
            <ac:spMk id="5" creationId="{15A04CD4-9556-AFA0-C17E-EE4AC4558095}"/>
          </ac:spMkLst>
        </pc:s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10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66" creationId="{1351B104-9B78-4A2B-B970-FA8ABE1CE12D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70" creationId="{D4116A08-770E-4DC3-AAB6-E3E8E6CEC83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49.772" v="286"/>
          <ac:grpSpMkLst>
            <pc:docMk/>
            <pc:sldMk cId="309778772" sldId="275"/>
            <ac:grpSpMk id="126" creationId="{77EB1C59-16D1-4C5E-9775-50CB40E022FE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55.178" v="288"/>
          <ac:grpSpMkLst>
            <pc:docMk/>
            <pc:sldMk cId="309778772" sldId="275"/>
            <ac:grpSpMk id="139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55.178" v="288"/>
          <ac:grpSpMkLst>
            <pc:docMk/>
            <pc:sldMk cId="309778772" sldId="275"/>
            <ac:grpSpMk id="140" creationId="{AD579530-1077-46B3-BD5C-81BB270A1D5B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8:55.178" v="288"/>
          <ac:grpSpMkLst>
            <pc:docMk/>
            <pc:sldMk cId="309778772" sldId="275"/>
            <ac:grpSpMk id="141" creationId="{83F79A5F-63B5-4802-B39B-BF0F89DDDA15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0.850" v="290"/>
          <ac:grpSpMkLst>
            <pc:docMk/>
            <pc:sldMk cId="309778772" sldId="275"/>
            <ac:grpSpMk id="144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0.850" v="290"/>
          <ac:grpSpMkLst>
            <pc:docMk/>
            <pc:sldMk cId="309778772" sldId="275"/>
            <ac:grpSpMk id="145" creationId="{316DCFC9-6877-407C-8170-608FCB8E35AE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0.850" v="290"/>
          <ac:grpSpMkLst>
            <pc:docMk/>
            <pc:sldMk cId="309778772" sldId="275"/>
            <ac:grpSpMk id="146" creationId="{89353FE7-0D03-4AD2-8B8A-60A06F6BDA4C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49" creationId="{9795E515-5F57-431F-9A0D-3A0419DF7572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50" creationId="{096A8A5D-137F-4A8A-9811-F7A867F02E3F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51" creationId="{0FA686C7-6B08-416F-AEF3-C204079363A8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09.085" v="292"/>
          <ac:grpSpMkLst>
            <pc:docMk/>
            <pc:sldMk cId="309778772" sldId="275"/>
            <ac:grpSpMk id="152" creationId="{4C78E281-F596-4ECB-979A-89D89452AAD7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09:36.304" v="294"/>
          <ac:grpSpMkLst>
            <pc:docMk/>
            <pc:sldMk cId="309778772" sldId="275"/>
            <ac:grpSpMk id="155" creationId="{AB86F577-8905-4B21-8AF3-C1BB3433775D}"/>
          </ac:grpSpMkLst>
        </pc:grpChg>
        <pc:picChg chg="add mod">
          <ac:chgData name="ALESSANDRO CIGLIANO" userId="S::a.cigliano1@studenti.unisa.it::f88872c2-4bc9-4d31-b05d-5a0cf3aafa9e" providerId="AD" clId="Web-{66A6BD80-0B60-A8F1-37EB-16EF4276F48E}" dt="2026-01-15T17:09:37.804" v="295" actId="1076"/>
          <ac:picMkLst>
            <pc:docMk/>
            <pc:sldMk cId="309778772" sldId="275"/>
            <ac:picMk id="3" creationId="{C6C954FC-60E0-86D2-9F98-652C31971760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8:49.772" v="286"/>
          <ac:picMkLst>
            <pc:docMk/>
            <pc:sldMk cId="309778772" sldId="275"/>
            <ac:picMk id="8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8:55.178" v="288"/>
          <ac:picMkLst>
            <pc:docMk/>
            <pc:sldMk cId="309778772" sldId="275"/>
            <ac:picMk id="138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9:00.850" v="290"/>
          <ac:picMkLst>
            <pc:docMk/>
            <pc:sldMk cId="309778772" sldId="275"/>
            <ac:picMk id="143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9:09.085" v="292"/>
          <ac:picMkLst>
            <pc:docMk/>
            <pc:sldMk cId="309778772" sldId="275"/>
            <ac:picMk id="148" creationId="{50C065C3-0FE3-4452-B765-CB05BBB2A983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09:36.304" v="294"/>
          <ac:picMkLst>
            <pc:docMk/>
            <pc:sldMk cId="309778772" sldId="275"/>
            <ac:picMk id="154" creationId="{678E285C-BE9E-45B7-A3EE-B9792DAE9917}"/>
          </ac:picMkLst>
        </pc:picChg>
      </pc:sldChg>
      <pc:sldChg chg="addSp delSp modSp mod setBg">
        <pc:chgData name="ALESSANDRO CIGLIANO" userId="S::a.cigliano1@studenti.unisa.it::f88872c2-4bc9-4d31-b05d-5a0cf3aafa9e" providerId="AD" clId="Web-{66A6BD80-0B60-A8F1-37EB-16EF4276F48E}" dt="2026-01-15T17:39:25.966" v="587" actId="14100"/>
        <pc:sldMkLst>
          <pc:docMk/>
          <pc:sldMk cId="92163820" sldId="276"/>
        </pc:sldMkLst>
        <pc:spChg chg="mod">
          <ac:chgData name="ALESSANDRO CIGLIANO" userId="S::a.cigliano1@studenti.unisa.it::f88872c2-4bc9-4d31-b05d-5a0cf3aafa9e" providerId="AD" clId="Web-{66A6BD80-0B60-A8F1-37EB-16EF4276F48E}" dt="2026-01-15T17:39:09.872" v="583"/>
          <ac:spMkLst>
            <pc:docMk/>
            <pc:sldMk cId="92163820" sldId="276"/>
            <ac:spMk id="2" creationId="{10FF684E-CCBE-2F0F-98F5-1E3F008399A1}"/>
          </ac:spMkLst>
        </pc:spChg>
        <pc:spChg chg="mod ord">
          <ac:chgData name="ALESSANDRO CIGLIANO" userId="S::a.cigliano1@studenti.unisa.it::f88872c2-4bc9-4d31-b05d-5a0cf3aafa9e" providerId="AD" clId="Web-{66A6BD80-0B60-A8F1-37EB-16EF4276F48E}" dt="2026-01-15T17:39:09.872" v="583"/>
          <ac:spMkLst>
            <pc:docMk/>
            <pc:sldMk cId="92163820" sldId="276"/>
            <ac:spMk id="4" creationId="{0BB4F9F8-F360-6FEC-F006-63867F84FB1F}"/>
          </ac:spMkLst>
        </pc:spChg>
        <pc:spChg chg="add del">
          <ac:chgData name="ALESSANDRO CIGLIANO" userId="S::a.cigliano1@studenti.unisa.it::f88872c2-4bc9-4d31-b05d-5a0cf3aafa9e" providerId="AD" clId="Web-{66A6BD80-0B60-A8F1-37EB-16EF4276F48E}" dt="2026-01-15T17:38:46.919" v="579"/>
          <ac:spMkLst>
            <pc:docMk/>
            <pc:sldMk cId="92163820" sldId="276"/>
            <ac:spMk id="55" creationId="{E704FA00-F5B1-4BF3-BFB2-F832D367024B}"/>
          </ac:spMkLst>
        </pc:spChg>
        <pc:grpChg chg="add del">
          <ac:chgData name="ALESSANDRO CIGLIANO" userId="S::a.cigliano1@studenti.unisa.it::f88872c2-4bc9-4d31-b05d-5a0cf3aafa9e" providerId="AD" clId="Web-{66A6BD80-0B60-A8F1-37EB-16EF4276F48E}" dt="2026-01-15T17:38:46.919" v="579"/>
          <ac:grpSpMkLst>
            <pc:docMk/>
            <pc:sldMk cId="92163820" sldId="276"/>
            <ac:grpSpMk id="14" creationId="{30B85FB2-B686-4546-B01D-17A122BACAF4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8:58.388" v="581"/>
          <ac:grpSpMkLst>
            <pc:docMk/>
            <pc:sldMk cId="92163820" sldId="276"/>
            <ac:grpSpMk id="59" creationId="{C6C16BE5-8A9A-432D-8A61-230FA03816DB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8:58.388" v="581"/>
          <ac:grpSpMkLst>
            <pc:docMk/>
            <pc:sldMk cId="92163820" sldId="276"/>
            <ac:grpSpMk id="114" creationId="{A8F3053C-AA2D-43E7-9127-59111DE0E06D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8:58.388" v="581"/>
          <ac:grpSpMkLst>
            <pc:docMk/>
            <pc:sldMk cId="92163820" sldId="276"/>
            <ac:grpSpMk id="116" creationId="{4CB5CC6F-11C1-4C07-87C0-F043993E89EC}"/>
          </ac:grpSpMkLst>
        </pc:grpChg>
        <pc:grpChg chg="add del">
          <ac:chgData name="ALESSANDRO CIGLIANO" userId="S::a.cigliano1@studenti.unisa.it::f88872c2-4bc9-4d31-b05d-5a0cf3aafa9e" providerId="AD" clId="Web-{66A6BD80-0B60-A8F1-37EB-16EF4276F48E}" dt="2026-01-15T17:39:09.872" v="583"/>
          <ac:grpSpMkLst>
            <pc:docMk/>
            <pc:sldMk cId="92163820" sldId="276"/>
            <ac:grpSpMk id="120" creationId="{A8F3053C-AA2D-43E7-9127-59111DE0E06D}"/>
          </ac:grpSpMkLst>
        </pc:grpChg>
        <pc:picChg chg="add del mod">
          <ac:chgData name="ALESSANDRO CIGLIANO" userId="S::a.cigliano1@studenti.unisa.it::f88872c2-4bc9-4d31-b05d-5a0cf3aafa9e" providerId="AD" clId="Web-{66A6BD80-0B60-A8F1-37EB-16EF4276F48E}" dt="2026-01-15T17:37:30.715" v="559"/>
          <ac:picMkLst>
            <pc:docMk/>
            <pc:sldMk cId="92163820" sldId="276"/>
            <ac:picMk id="5" creationId="{A39A4561-B501-9C65-73C0-B9A3F2A56DF9}"/>
          </ac:picMkLst>
        </pc:picChg>
        <pc:picChg chg="mod ord">
          <ac:chgData name="ALESSANDRO CIGLIANO" userId="S::a.cigliano1@studenti.unisa.it::f88872c2-4bc9-4d31-b05d-5a0cf3aafa9e" providerId="AD" clId="Web-{66A6BD80-0B60-A8F1-37EB-16EF4276F48E}" dt="2026-01-15T17:39:09.872" v="583"/>
          <ac:picMkLst>
            <pc:docMk/>
            <pc:sldMk cId="92163820" sldId="276"/>
            <ac:picMk id="6" creationId="{592E2E5C-D9F6-2DA2-AE9E-25DBC8E3FC41}"/>
          </ac:picMkLst>
        </pc:picChg>
        <pc:picChg chg="add mod">
          <ac:chgData name="ALESSANDRO CIGLIANO" userId="S::a.cigliano1@studenti.unisa.it::f88872c2-4bc9-4d31-b05d-5a0cf3aafa9e" providerId="AD" clId="Web-{66A6BD80-0B60-A8F1-37EB-16EF4276F48E}" dt="2026-01-15T17:39:25.966" v="587" actId="14100"/>
          <ac:picMkLst>
            <pc:docMk/>
            <pc:sldMk cId="92163820" sldId="276"/>
            <ac:picMk id="7" creationId="{451A8AEA-3FED-E180-17F5-A28873CE67D1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38:46.919" v="579"/>
          <ac:picMkLst>
            <pc:docMk/>
            <pc:sldMk cId="92163820" sldId="276"/>
            <ac:picMk id="12" creationId="{FD3BFD04-77D1-4FB5-A159-35084E2C6149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38:58.388" v="581"/>
          <ac:picMkLst>
            <pc:docMk/>
            <pc:sldMk cId="92163820" sldId="276"/>
            <ac:picMk id="58" creationId="{5ACD94DE-DE21-4A9D-8875-A1539BE216E8}"/>
          </ac:picMkLst>
        </pc:picChg>
        <pc:picChg chg="add del">
          <ac:chgData name="ALESSANDRO CIGLIANO" userId="S::a.cigliano1@studenti.unisa.it::f88872c2-4bc9-4d31-b05d-5a0cf3aafa9e" providerId="AD" clId="Web-{66A6BD80-0B60-A8F1-37EB-16EF4276F48E}" dt="2026-01-15T17:39:09.872" v="583"/>
          <ac:picMkLst>
            <pc:docMk/>
            <pc:sldMk cId="92163820" sldId="276"/>
            <ac:picMk id="119" creationId="{5ACD94DE-DE21-4A9D-8875-A1539BE216E8}"/>
          </ac:picMkLst>
        </pc:picChg>
        <pc:cxnChg chg="add del">
          <ac:chgData name="ALESSANDRO CIGLIANO" userId="S::a.cigliano1@studenti.unisa.it::f88872c2-4bc9-4d31-b05d-5a0cf3aafa9e" providerId="AD" clId="Web-{66A6BD80-0B60-A8F1-37EB-16EF4276F48E}" dt="2026-01-15T17:38:58.388" v="581"/>
          <ac:cxnSpMkLst>
            <pc:docMk/>
            <pc:sldMk cId="92163820" sldId="276"/>
            <ac:cxnSpMk id="115" creationId="{E104AA93-67FD-43AC-92F9-5840A89E43A1}"/>
          </ac:cxnSpMkLst>
        </pc:cxnChg>
        <pc:cxnChg chg="add del">
          <ac:chgData name="ALESSANDRO CIGLIANO" userId="S::a.cigliano1@studenti.unisa.it::f88872c2-4bc9-4d31-b05d-5a0cf3aafa9e" providerId="AD" clId="Web-{66A6BD80-0B60-A8F1-37EB-16EF4276F48E}" dt="2026-01-15T17:38:58.388" v="581"/>
          <ac:cxnSpMkLst>
            <pc:docMk/>
            <pc:sldMk cId="92163820" sldId="276"/>
            <ac:cxnSpMk id="117" creationId="{95AE1CAD-A877-4C0B-91F7-CA9C684C945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4404D-C2E0-4B0D-8675-ED7D1A01BE27}" type="datetimeFigureOut">
              <a:rPr lang="it-IT" smtClean="0"/>
              <a:t>15/01/2026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6AEBE-E2BF-49AC-AE85-42C182B6ED9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7780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8937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382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56614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63A6-CEEB-56EE-3040-D0CF41D1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C1F354-48F3-5455-C9BF-F03EE1A39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A266A70-E5D1-A827-3DC6-7AE92D162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0B855BF-DFD1-FC0D-8119-E2CE9A003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46AEBE-E2BF-49AC-AE85-42C182B6ED96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3884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7663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7996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139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79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0416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853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1795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4958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62505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148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5999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52267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6752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08759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565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572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06961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24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268509" y="1215496"/>
            <a:ext cx="5367866" cy="2387600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Gaming Hours vs. Academic &amp; Work </a:t>
            </a:r>
            <a:br>
              <a:rPr lang="en-US" sz="4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</a:br>
            <a:r>
              <a:rPr lang="en-US" sz="4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Performance </a:t>
            </a:r>
            <a:endParaRPr lang="de-DE" sz="4400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268508" y="3602038"/>
            <a:ext cx="5376333" cy="1655762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1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Autori: </a:t>
            </a:r>
          </a:p>
          <a:p>
            <a:pPr>
              <a:lnSpc>
                <a:spcPct val="100000"/>
              </a:lnSpc>
            </a:pPr>
            <a:r>
              <a:rPr lang="it-IT" sz="1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Alessandro Cigliano 0512119063 </a:t>
            </a:r>
          </a:p>
          <a:p>
            <a:pPr>
              <a:lnSpc>
                <a:spcPct val="100000"/>
              </a:lnSpc>
            </a:pPr>
            <a:r>
              <a:rPr lang="it-IT" sz="1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</a:rPr>
              <a:t>Carmine Di Manso 0512119521 </a:t>
            </a:r>
            <a:endParaRPr lang="de-DE" sz="1800">
              <a:solidFill>
                <a:schemeClr val="accent1">
                  <a:lumMod val="75000"/>
                </a:schemeClr>
              </a:solidFill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8DEEE9C0-2EA3-8DE9-34AC-80FE3975E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8" r="5128"/>
          <a:stretch/>
        </p:blipFill>
        <p:spPr>
          <a:xfrm>
            <a:off x="2053296" y="777082"/>
            <a:ext cx="3531365" cy="4978400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25" name="Group 10">
            <a:extLst>
              <a:ext uri="{FF2B5EF4-FFF2-40B4-BE49-F238E27FC236}">
                <a16:creationId xmlns:a16="http://schemas.microsoft.com/office/drawing/2014/main" id="{991FDBCC-CEF4-4B54-8508-90670DA1E1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BAE5C55D-F634-4A90-83A9-1C3A8784F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A9699A54-FFCB-4BBF-B2AF-029E12761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02B4EE5-0E95-4638-8264-80307580C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44" name="Freeform 35">
              <a:extLst>
                <a:ext uri="{FF2B5EF4-FFF2-40B4-BE49-F238E27FC236}">
                  <a16:creationId xmlns:a16="http://schemas.microsoft.com/office/drawing/2014/main" id="{2E23494F-0D2C-473D-AFB3-3D2E3DC760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CD8EC9AE-E0F2-495F-8247-B7B32845C3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37">
              <a:extLst>
                <a:ext uri="{FF2B5EF4-FFF2-40B4-BE49-F238E27FC236}">
                  <a16:creationId xmlns:a16="http://schemas.microsoft.com/office/drawing/2014/main" id="{0BDF6D09-B12A-4B3A-81EB-44E7C6C5BC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38">
              <a:extLst>
                <a:ext uri="{FF2B5EF4-FFF2-40B4-BE49-F238E27FC236}">
                  <a16:creationId xmlns:a16="http://schemas.microsoft.com/office/drawing/2014/main" id="{EFB300B0-64FE-4891-9F79-B2E60E2EC2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Freeform 39">
              <a:extLst>
                <a:ext uri="{FF2B5EF4-FFF2-40B4-BE49-F238E27FC236}">
                  <a16:creationId xmlns:a16="http://schemas.microsoft.com/office/drawing/2014/main" id="{AE781A32-2965-4A89-9EDA-9E65AF2A7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40">
              <a:extLst>
                <a:ext uri="{FF2B5EF4-FFF2-40B4-BE49-F238E27FC236}">
                  <a16:creationId xmlns:a16="http://schemas.microsoft.com/office/drawing/2014/main" id="{D040EF2E-3B91-4C46-8347-1E2495C2E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6" name="Rectangle 41">
              <a:extLst>
                <a:ext uri="{FF2B5EF4-FFF2-40B4-BE49-F238E27FC236}">
                  <a16:creationId xmlns:a16="http://schemas.microsoft.com/office/drawing/2014/main" id="{D677C0FC-FCC5-4EDE-A134-5035DC7F3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BE7201-F3BE-7C45-8014-16DDE95B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146" y="330612"/>
            <a:ext cx="9905998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GAMING: Svago o distrazione?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12E6ABC-C8B9-A914-E682-A5ED70DA4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3716" y="2599267"/>
            <a:ext cx="4243695" cy="369732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10" name="Segnaposto contenuto 9">
            <a:extLst>
              <a:ext uri="{FF2B5EF4-FFF2-40B4-BE49-F238E27FC236}">
                <a16:creationId xmlns:a16="http://schemas.microsoft.com/office/drawing/2014/main" id="{3EA6F63F-355D-DD05-22B1-E3FA2A538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62174"/>
            <a:ext cx="9905998" cy="83549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 videogiochi possono essere un innocuo hobby o una trappola per la nostra concentrazione. </a:t>
            </a: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ea typeface="+mn-lt"/>
                <a:cs typeface="+mn-lt"/>
              </a:rPr>
              <a:t>Esploriamo l'impatto dei videogiochi sul nostro benessere mentale e sulla nostra capacità di focus</a:t>
            </a: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FFEB3E8-43A0-DB5A-55FE-CB6CAD00E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1413" y="2599267"/>
            <a:ext cx="4243695" cy="369732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8690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5DDDB2-5696-467A-0854-93124BB9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25107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COME SFRUTTIAMO IL MACHINE LEARNING?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FF41504-711C-DE48-1CD0-A8298BF99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249487"/>
            <a:ext cx="4951411" cy="35417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Individuazione di pattern dannosi</a:t>
            </a:r>
          </a:p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Analisi socio-comportamentale</a:t>
            </a:r>
          </a:p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Monitoraggio delle performance</a:t>
            </a:r>
          </a:p>
          <a:p>
            <a:pPr>
              <a:lnSpc>
                <a:spcPct val="200000"/>
              </a:lnSpc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Creazione di schedule settimanali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F520B23-EB8A-05C9-FE16-53934CAC49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1413" y="1903677"/>
            <a:ext cx="4233333" cy="423333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7758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98EDA0-94A8-65A0-1CB9-8FC6A8EC6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0505" y="720991"/>
            <a:ext cx="5795962" cy="691618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OBIETTIVO PROGETTUALE 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D9F60ABC-4B03-429F-6C5A-7BD1D7A9C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0556" y="810419"/>
            <a:ext cx="4762500" cy="4762500"/>
          </a:xfrm>
          <a:prstGeom prst="rect">
            <a:avLst/>
          </a:prstGeo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2AC72ED-B7DE-CAAC-FD5D-294A52977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0505" y="1504420"/>
            <a:ext cx="5364162" cy="3541714"/>
          </a:xfrm>
        </p:spPr>
        <p:txBody>
          <a:bodyPr/>
          <a:lstStyle/>
          <a:p>
            <a:r>
              <a:rPr lang="it-IT" sz="24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Creare un modello per predire la performance lavorativa/scolastica sulla base delle abitudini quotidiane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518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370B47-1E14-D339-DFC8-DCB175EA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052" y="142241"/>
            <a:ext cx="4239682" cy="965199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APPROCCI UTILIZZATI</a:t>
            </a:r>
          </a:p>
        </p:txBody>
      </p:sp>
      <p:pic>
        <p:nvPicPr>
          <p:cNvPr id="12" name="Segnaposto contenuto 11" descr="Immagine che contiene vestiti, cartone animato, persona, calzature&#10;&#10;Il contenuto generato dall'IA potrebbe non essere corretto.">
            <a:extLst>
              <a:ext uri="{FF2B5EF4-FFF2-40B4-BE49-F238E27FC236}">
                <a16:creationId xmlns:a16="http://schemas.microsoft.com/office/drawing/2014/main" id="{E9CECB1A-D5D6-4A80-E618-294B06177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0" y="1430867"/>
            <a:ext cx="6151738" cy="4091106"/>
          </a:xfrm>
        </p:spPr>
      </p:pic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06BDFE-4A1C-D6E9-C283-2247E30368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3378" y="1658143"/>
            <a:ext cx="2774421" cy="4903524"/>
          </a:xfrm>
        </p:spPr>
        <p:txBody>
          <a:bodyPr/>
          <a:lstStyle/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MODELLO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9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Random </a:t>
            </a:r>
            <a:r>
              <a:rPr lang="it-IT" sz="1900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forest</a:t>
            </a:r>
            <a:endParaRPr lang="it-IT" sz="1900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METRICHE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Accuracy</a:t>
            </a: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Precision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Recall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F1-Score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Verifica Bilanciamento delle classi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feature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importance</a:t>
            </a: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 sz="1900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 sz="2400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7" name="Segnaposto testo 3">
            <a:extLst>
              <a:ext uri="{FF2B5EF4-FFF2-40B4-BE49-F238E27FC236}">
                <a16:creationId xmlns:a16="http://schemas.microsoft.com/office/drawing/2014/main" id="{C551DDE1-1E1F-F6AA-0436-C98EA7335CE0}"/>
              </a:ext>
            </a:extLst>
          </p:cNvPr>
          <p:cNvSpPr txBox="1">
            <a:spLocks/>
          </p:cNvSpPr>
          <p:nvPr/>
        </p:nvSpPr>
        <p:spPr>
          <a:xfrm>
            <a:off x="9067799" y="1658143"/>
            <a:ext cx="2982561" cy="4903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MODELLO EXTRA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19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Random </a:t>
            </a:r>
            <a:r>
              <a:rPr lang="it-IT" sz="1900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forest</a:t>
            </a:r>
            <a:r>
              <a:rPr lang="it-IT" sz="1900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 </a:t>
            </a:r>
            <a:r>
              <a:rPr lang="it-IT" sz="1900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Regressor</a:t>
            </a:r>
            <a:endParaRPr lang="it-IT" sz="1900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r>
              <a:rPr lang="it-IT" sz="24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METRICHE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MAE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RMSE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R^2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Feature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importance</a:t>
            </a:r>
            <a:endParaRPr lang="it-IT">
              <a:solidFill>
                <a:schemeClr val="accent2">
                  <a:lumMod val="50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endParaRPr lang="it-IT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3125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42C369-EBD7-D131-762F-1FDAAB875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>
            <a:normAutofit/>
          </a:bodyPr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tecnologie utilizzate</a:t>
            </a:r>
          </a:p>
        </p:txBody>
      </p:sp>
      <p:pic>
        <p:nvPicPr>
          <p:cNvPr id="6" name="Immagine 5" descr="Immagine che contiene Carattere, Elementi grafici, logo, cerchio&#10;&#10;Il contenuto generato dall'IA potrebbe non essere corretto.">
            <a:extLst>
              <a:ext uri="{FF2B5EF4-FFF2-40B4-BE49-F238E27FC236}">
                <a16:creationId xmlns:a16="http://schemas.microsoft.com/office/drawing/2014/main" id="{2C55B920-30FF-6B9D-0002-66058F022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62" y="1639759"/>
            <a:ext cx="2660524" cy="1789241"/>
          </a:xfrm>
          <a:prstGeom prst="rect">
            <a:avLst/>
          </a:prstGeom>
        </p:spPr>
      </p:pic>
      <p:pic>
        <p:nvPicPr>
          <p:cNvPr id="8" name="Immagine 7" descr="Immagine che contiene logo, clipart, Elementi grafici, simbolo&#10;&#10;Il contenuto generato dall'IA potrebbe non essere corretto.">
            <a:extLst>
              <a:ext uri="{FF2B5EF4-FFF2-40B4-BE49-F238E27FC236}">
                <a16:creationId xmlns:a16="http://schemas.microsoft.com/office/drawing/2014/main" id="{C2452485-80BB-3218-EC8A-A47D669882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806" y="1573820"/>
            <a:ext cx="2293183" cy="2406660"/>
          </a:xfrm>
          <a:prstGeom prst="rect">
            <a:avLst/>
          </a:prstGeom>
        </p:spPr>
      </p:pic>
      <p:pic>
        <p:nvPicPr>
          <p:cNvPr id="10" name="Immagine 9" descr="Immagine che contiene Elementi grafici, Carattere, logo, schermata&#10;&#10;Il contenuto generato dall'IA potrebbe non essere corretto.">
            <a:extLst>
              <a:ext uri="{FF2B5EF4-FFF2-40B4-BE49-F238E27FC236}">
                <a16:creationId xmlns:a16="http://schemas.microsoft.com/office/drawing/2014/main" id="{07423A9F-5DF1-9ED2-ADA7-35B0E342A0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310" y="975142"/>
            <a:ext cx="4882858" cy="1478570"/>
          </a:xfrm>
          <a:prstGeom prst="rect">
            <a:avLst/>
          </a:prstGeom>
        </p:spPr>
      </p:pic>
      <p:pic>
        <p:nvPicPr>
          <p:cNvPr id="12" name="Immagine 11" descr="Immagine che contiene orologio, cerchio, Elementi grafici, logo&#10;&#10;Il contenuto generato dall'IA potrebbe non essere corretto.">
            <a:extLst>
              <a:ext uri="{FF2B5EF4-FFF2-40B4-BE49-F238E27FC236}">
                <a16:creationId xmlns:a16="http://schemas.microsoft.com/office/drawing/2014/main" id="{BD4B5D7C-0F0A-9DA2-74DB-707555E67F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61" y="5042281"/>
            <a:ext cx="5447157" cy="1815719"/>
          </a:xfrm>
          <a:prstGeom prst="rect">
            <a:avLst/>
          </a:prstGeom>
        </p:spPr>
      </p:pic>
      <p:pic>
        <p:nvPicPr>
          <p:cNvPr id="14" name="Immagine 13" descr="Immagine che contiene Carattere, Elementi grafici, logo, grafica&#10;&#10;Il contenuto generato dall'IA potrebbe non essere corretto.">
            <a:extLst>
              <a:ext uri="{FF2B5EF4-FFF2-40B4-BE49-F238E27FC236}">
                <a16:creationId xmlns:a16="http://schemas.microsoft.com/office/drawing/2014/main" id="{026CB532-0A31-6A28-4D63-95928C522A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86" y="3814267"/>
            <a:ext cx="2762371" cy="1950285"/>
          </a:xfrm>
          <a:prstGeom prst="rect">
            <a:avLst/>
          </a:prstGeom>
        </p:spPr>
      </p:pic>
      <p:pic>
        <p:nvPicPr>
          <p:cNvPr id="16" name="Immagine 15" descr="Immagine che contiene Carattere, Elementi grafici, grafica, schermata&#10;&#10;Il contenuto generato dall'IA potrebbe non essere corretto.">
            <a:extLst>
              <a:ext uri="{FF2B5EF4-FFF2-40B4-BE49-F238E27FC236}">
                <a16:creationId xmlns:a16="http://schemas.microsoft.com/office/drawing/2014/main" id="{1BD425FC-70CF-1DDA-5838-44DE32CD76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310" y="2852006"/>
            <a:ext cx="4750746" cy="1924523"/>
          </a:xfrm>
          <a:prstGeom prst="rect">
            <a:avLst/>
          </a:prstGeom>
        </p:spPr>
      </p:pic>
      <p:pic>
        <p:nvPicPr>
          <p:cNvPr id="18" name="Immagine 17" descr="Immagine che contiene testo, Elementi grafici, Carattere, grafica&#10;&#10;Il contenuto generato dall'IA potrebbe non essere corretto.">
            <a:extLst>
              <a:ext uri="{FF2B5EF4-FFF2-40B4-BE49-F238E27FC236}">
                <a16:creationId xmlns:a16="http://schemas.microsoft.com/office/drawing/2014/main" id="{0EB9D404-71A6-95F6-83A3-22B653DBEC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270" y="4246232"/>
            <a:ext cx="3190476" cy="1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3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1A445B-6C32-C367-6B89-7081D2422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88556"/>
          </a:xfrm>
        </p:spPr>
        <p:txBody>
          <a:bodyPr>
            <a:normAutofit/>
          </a:bodyPr>
          <a:lstStyle/>
          <a:p>
            <a:pPr algn="ctr"/>
            <a:r>
              <a:rPr lang="it-IT" sz="4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DATASET UTILIZZATO </a:t>
            </a:r>
          </a:p>
        </p:txBody>
      </p:sp>
      <p:pic>
        <p:nvPicPr>
          <p:cNvPr id="3" name="Immagine 2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28A3C189-F4D4-394C-A747-39BC8CA19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363435"/>
            <a:ext cx="9734550" cy="275198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EECD4F23-5667-FCD8-C424-EFAE56BD5180}"/>
              </a:ext>
            </a:extLst>
          </p:cNvPr>
          <p:cNvSpPr txBox="1"/>
          <p:nvPr/>
        </p:nvSpPr>
        <p:spPr>
          <a:xfrm>
            <a:off x="1558925" y="4290300"/>
            <a:ext cx="493500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CARATTERISTICHE E CRITICITÀ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14 feature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1000 righe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Dati sintetici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Classi sbilanciate</a:t>
            </a:r>
          </a:p>
          <a:p>
            <a:endParaRPr lang="it-IT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80ED0D1A-A096-2091-4A9A-DA7DE4CBF7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BA89CF4-26FD-5D2D-813D-84C60C2D9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7767" y="4000148"/>
            <a:ext cx="4286778" cy="285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327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9A0DFE-FFBE-67A2-F17F-4329E3CEA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BILANCIAMENTO DELLE CLASSI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A9FB1EE-47D7-7FE6-20EC-8D27BF63B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6400" y="1647428"/>
            <a:ext cx="4750859" cy="3563144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F08721C-0266-70D4-64FA-A79E1B017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6445" y="1647428"/>
            <a:ext cx="5335755" cy="3563144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2CE3064B-7E17-124A-B91D-0832D475850F}"/>
              </a:ext>
            </a:extLst>
          </p:cNvPr>
          <p:cNvSpPr txBox="1"/>
          <p:nvPr/>
        </p:nvSpPr>
        <p:spPr>
          <a:xfrm>
            <a:off x="1" y="5602895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L’80% del dataset è stato impiegato per il training e il restante 20% per il testing</a:t>
            </a:r>
          </a:p>
        </p:txBody>
      </p:sp>
    </p:spTree>
    <p:extLst>
      <p:ext uri="{BB962C8B-B14F-4D97-AF65-F5344CB8AC3E}">
        <p14:creationId xmlns:p14="http://schemas.microsoft.com/office/powerpoint/2010/main" val="2122952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E66ECF-01C1-D4B0-560D-DFE938F1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3733" y="2689715"/>
            <a:ext cx="3488267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Matrice di correlazione</a:t>
            </a:r>
          </a:p>
        </p:txBody>
      </p:sp>
      <p:pic>
        <p:nvPicPr>
          <p:cNvPr id="4" name="Immagine 3" descr="Immagine che contiene testo, schermata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0626CA62-1BD6-5102-19C6-F351EF638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39" y="1060662"/>
            <a:ext cx="7105012" cy="4736675"/>
          </a:xfrm>
          <a:prstGeom prst="round2DiagRect">
            <a:avLst>
              <a:gd name="adj1" fmla="val 16667"/>
              <a:gd name="adj2" fmla="val 0"/>
            </a:avLst>
          </a:prstGeom>
          <a:ln w="38100" cap="sq">
            <a:solidFill>
              <a:schemeClr val="accent1">
                <a:lumMod val="75000"/>
              </a:schemeClr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5039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33D084-9C9A-E1FF-296A-40014316D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1251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ANALISI DELLA VARIABILE DIPENDENTE</a:t>
            </a:r>
          </a:p>
        </p:txBody>
      </p:sp>
      <p:pic>
        <p:nvPicPr>
          <p:cNvPr id="6" name="Immagine 5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B5C53BF-2DDC-B694-7C2B-CDA60D3E9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4157" y="3076423"/>
            <a:ext cx="5878060" cy="352683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8" name="Immagine 7" descr="Immagine che contiene schermata, diagramma, Rettangolo, linea&#10;&#10;Il contenuto generato dall'IA potrebbe non essere corretto.">
            <a:extLst>
              <a:ext uri="{FF2B5EF4-FFF2-40B4-BE49-F238E27FC236}">
                <a16:creationId xmlns:a16="http://schemas.microsoft.com/office/drawing/2014/main" id="{82EE03FB-E1B1-2BEC-B232-7CDE5575F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4032858"/>
            <a:ext cx="4283999" cy="2570400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pic>
        <p:nvPicPr>
          <p:cNvPr id="10" name="Immagine 9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3845A98-5F8E-BB11-752F-0F9F3279D7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1" y="1193134"/>
            <a:ext cx="4282510" cy="2569506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2A707C3-22D6-14FA-F7BE-E84A2550863A}"/>
              </a:ext>
            </a:extLst>
          </p:cNvPr>
          <p:cNvSpPr txBox="1"/>
          <p:nvPr/>
        </p:nvSpPr>
        <p:spPr>
          <a:xfrm>
            <a:off x="5824156" y="1815233"/>
            <a:ext cx="636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>
                <a:solidFill>
                  <a:schemeClr val="accent2">
                    <a:lumMod val="50000"/>
                  </a:schemeClr>
                </a:solidFill>
              </a:rPr>
              <a:t>I grafici mostrano le relazioni tra la variabile dipendente  e alcune delle feature</a:t>
            </a:r>
          </a:p>
        </p:txBody>
      </p:sp>
    </p:spTree>
    <p:extLst>
      <p:ext uri="{BB962C8B-B14F-4D97-AF65-F5344CB8AC3E}">
        <p14:creationId xmlns:p14="http://schemas.microsoft.com/office/powerpoint/2010/main" val="2109904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465D89-B332-D0CB-293A-ABFB659A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7385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NORMALIZZAZIONE ED ENCODING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C39428D-ACBA-EF4E-30FB-98A0D0E1C303}"/>
              </a:ext>
            </a:extLst>
          </p:cNvPr>
          <p:cNvSpPr txBox="1"/>
          <p:nvPr/>
        </p:nvSpPr>
        <p:spPr>
          <a:xfrm>
            <a:off x="1143001" y="1993900"/>
            <a:ext cx="447886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APPROCCI UTILIZZATI</a:t>
            </a:r>
          </a:p>
          <a:p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Label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Encoding</a:t>
            </a: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 per le variabili categoriche</a:t>
            </a:r>
          </a:p>
          <a:p>
            <a:endParaRPr lang="it-IT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Normalizzazione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MinMax</a:t>
            </a:r>
            <a:endParaRPr lang="it-IT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7" name="Immagine 6" descr="Immagine che contiene vestiti, Danza, persona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F2AB33CB-0C11-9DA8-90DF-98A1E1126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0135" y="1849584"/>
            <a:ext cx="4960726" cy="330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8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F99ABA-4E3B-310A-CDC2-25B036F2C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DATASET NORMALIZZATO</a:t>
            </a:r>
          </a:p>
        </p:txBody>
      </p:sp>
      <p:pic>
        <p:nvPicPr>
          <p:cNvPr id="3" name="Immagine 2" descr="Immagine che contiene testo, schermata, menu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2AFA1189-0344-6ED2-FF65-BBC970A63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872" y="1461637"/>
            <a:ext cx="6968256" cy="3925927"/>
          </a:xfrm>
          <a:prstGeom prst="rect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54460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788129-DA4E-0B23-F921-DEABF9D15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VALUTAZIONE DEL MODELLO</a:t>
            </a:r>
          </a:p>
        </p:txBody>
      </p:sp>
      <p:pic>
        <p:nvPicPr>
          <p:cNvPr id="3" name="Immagine 2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15F24161-1958-C649-5531-79F1655A3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61" y="1717357"/>
            <a:ext cx="4799721" cy="363600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 descr="Immagine che contiene testo, schermata, diagramma, Rettangolo&#10;&#10;Il contenuto generato dall'IA potrebbe non essere corretto.">
            <a:extLst>
              <a:ext uri="{FF2B5EF4-FFF2-40B4-BE49-F238E27FC236}">
                <a16:creationId xmlns:a16="http://schemas.microsoft.com/office/drawing/2014/main" id="{B980C786-E78F-6998-46BA-CB3E00138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3297" y="1717357"/>
            <a:ext cx="4820400" cy="363600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6201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5390-64E2-C9FC-0D48-B0BAE20BC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D6C3DE-0F96-29E0-760C-91CD921A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478570"/>
          </a:xfrm>
        </p:spPr>
        <p:txBody>
          <a:bodyPr/>
          <a:lstStyle/>
          <a:p>
            <a:pPr algn="ctr"/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VALUTAZIONE DEL MODELLO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737AB78-69D1-F87F-DD17-8B159A9FC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6861" y="2094285"/>
            <a:ext cx="4799721" cy="2882143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0E8754B-9333-741D-7C54-E2BCA0249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3297" y="2089237"/>
            <a:ext cx="4820400" cy="289224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5365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C83251-9B39-8C5B-13D7-C09294E9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547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Separabilità DELLE CLASSI E FEATURE IMPORTANCE</a:t>
            </a:r>
          </a:p>
        </p:txBody>
      </p:sp>
      <p:pic>
        <p:nvPicPr>
          <p:cNvPr id="3" name="Immagine 2" descr="Immagine che contiene testo, schermata, diagramma, modello&#10;&#10;Il contenuto generato dall'IA potrebbe non essere corretto.">
            <a:extLst>
              <a:ext uri="{FF2B5EF4-FFF2-40B4-BE49-F238E27FC236}">
                <a16:creationId xmlns:a16="http://schemas.microsoft.com/office/drawing/2014/main" id="{7235B210-56B9-1F88-1DBF-EBE049AE88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6" y="1760432"/>
            <a:ext cx="4967801" cy="298090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 descr="Immagine che contiene testo, schermata, schermo, numero&#10;&#10;Il contenuto generato dall'IA potrebbe non essere corretto.">
            <a:extLst>
              <a:ext uri="{FF2B5EF4-FFF2-40B4-BE49-F238E27FC236}">
                <a16:creationId xmlns:a16="http://schemas.microsoft.com/office/drawing/2014/main" id="{EB104AF6-FB99-4518-D9FD-07E1A89802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546" y="1760432"/>
            <a:ext cx="5060218" cy="4217035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5C1D17C-635B-AB92-F453-0610079778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02" y="4744777"/>
            <a:ext cx="3264618" cy="23636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554548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77F1DC-1473-6065-AB20-5E30C39E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880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EXTRA: MODELLO SCARTATO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548DD067-5EA4-6F5B-BFF0-EAF39A8B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4937"/>
            <a:ext cx="5591175" cy="404812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D971E4A-2CB4-E50A-59D6-1BF11AF5DA0D}"/>
              </a:ext>
            </a:extLst>
          </p:cNvPr>
          <p:cNvSpPr txBox="1"/>
          <p:nvPr/>
        </p:nvSpPr>
        <p:spPr>
          <a:xfrm>
            <a:off x="1276880" y="1876271"/>
            <a:ext cx="559117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DIFFERENZE CON IL MODELLO PRINCIPALE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Modello di regressione sulla feature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Academic_Or_Work_Score</a:t>
            </a:r>
            <a:endParaRPr lang="it-IT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Random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Forest</a:t>
            </a: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it-IT" err="1">
                <a:solidFill>
                  <a:schemeClr val="accent2">
                    <a:lumMod val="50000"/>
                  </a:schemeClr>
                </a:solidFill>
              </a:rPr>
              <a:t>Regressor</a:t>
            </a:r>
            <a:endParaRPr lang="it-IT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One Hot encoding</a:t>
            </a:r>
          </a:p>
          <a:p>
            <a:endParaRPr lang="it-IT">
              <a:solidFill>
                <a:srgbClr val="000000"/>
              </a:solidFill>
            </a:endParaRP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0788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88B0-28DA-638F-9B29-04FC4BCB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721B08-9D09-1500-808B-EEC47C5F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5734" y="16933"/>
            <a:ext cx="6874933" cy="1478570"/>
          </a:xfrm>
        </p:spPr>
        <p:txBody>
          <a:bodyPr>
            <a:normAutofit/>
          </a:bodyPr>
          <a:lstStyle/>
          <a:p>
            <a: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EXTRA: VALUTAZIONE DEL MODELLO E </a:t>
            </a:r>
            <a:b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</a:br>
            <a:r>
              <a:rPr lang="it-IT" sz="28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FEATURE IMPORTANCE</a:t>
            </a:r>
          </a:p>
        </p:txBody>
      </p:sp>
      <p:pic>
        <p:nvPicPr>
          <p:cNvPr id="3" name="Immagine 2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09D41826-4872-B31A-AC22-3E3AD98721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410" y="437169"/>
            <a:ext cx="3971170" cy="2980267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4" name="Immagine 3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F665D47B-5F02-0475-BA9B-F771FA1B4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130" y="3665527"/>
            <a:ext cx="4120450" cy="2494561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  <p:pic>
        <p:nvPicPr>
          <p:cNvPr id="5" name="Immagine 4" descr="Immagine che contiene testo, schermata, Parallelo, diagramma&#10;&#10;Il contenuto generato dall'IA potrebbe non essere corretto.">
            <a:extLst>
              <a:ext uri="{FF2B5EF4-FFF2-40B4-BE49-F238E27FC236}">
                <a16:creationId xmlns:a16="http://schemas.microsoft.com/office/drawing/2014/main" id="{EFD487C4-312E-5ACE-B9C7-C6AD10AE5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8225" y="1689332"/>
            <a:ext cx="5928913" cy="3952390"/>
          </a:xfrm>
          <a:prstGeom prst="rect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79872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4DC0A-A306-B0F1-9842-F815FB811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B4995E-10E1-EDE7-9C9F-708CAD42A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880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EXTRA: CONSIDERAZIONI SUL MODELLO SCARTATO</a:t>
            </a:r>
          </a:p>
        </p:txBody>
      </p:sp>
      <p:pic>
        <p:nvPicPr>
          <p:cNvPr id="3" name="Immagine 2" descr="Immagine che contiene persona, vestiti&#10;&#10;Il contenuto generato dall&amp;#39;IA potrebbe non essere corretto.">
            <a:extLst>
              <a:ext uri="{FF2B5EF4-FFF2-40B4-BE49-F238E27FC236}">
                <a16:creationId xmlns:a16="http://schemas.microsoft.com/office/drawing/2014/main" id="{C6C954FC-60E0-86D2-9F98-652C3197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3429000"/>
            <a:ext cx="6438900" cy="351472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15A04CD4-9556-AFA0-C17E-EE4AC4558095}"/>
              </a:ext>
            </a:extLst>
          </p:cNvPr>
          <p:cNvSpPr txBox="1"/>
          <p:nvPr/>
        </p:nvSpPr>
        <p:spPr>
          <a:xfrm>
            <a:off x="1456989" y="1478570"/>
            <a:ext cx="5655011" cy="41395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CONCLUSIONI SUL MODELLO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Il modello ha scarse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Le predizioni sono paragonabili a una scelta casuale</a:t>
            </a:r>
          </a:p>
          <a:p>
            <a:endParaRPr lang="it-IT"/>
          </a:p>
          <a:p>
            <a:endParaRPr lang="it-IT"/>
          </a:p>
          <a:p>
            <a:pPr>
              <a:lnSpc>
                <a:spcPct val="150000"/>
              </a:lnSpc>
            </a:pPr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MOTIVAZIONI</a:t>
            </a:r>
          </a:p>
          <a:p>
            <a:pPr marL="285750" indent="-285750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Mancanza di feature rilevanti per la predizione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>
                <a:solidFill>
                  <a:schemeClr val="accent2">
                    <a:lumMod val="50000"/>
                  </a:schemeClr>
                </a:solidFill>
              </a:rPr>
              <a:t>Correlazione troppo bassa tra le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778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FF684E-CCBE-2F0F-98F5-1E3F00839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r>
              <a:rPr lang="it-IT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Conclusioni e considerazioni finali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BB4F9F8-F360-6FEC-F006-63867F84FB1F}"/>
              </a:ext>
            </a:extLst>
          </p:cNvPr>
          <p:cNvSpPr txBox="1"/>
          <p:nvPr/>
        </p:nvSpPr>
        <p:spPr>
          <a:xfrm>
            <a:off x="1032934" y="1210733"/>
            <a:ext cx="711199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CONCLUSIONI</a:t>
            </a:r>
            <a:endParaRPr lang="it-IT">
              <a:solidFill>
                <a:schemeClr val="accent1">
                  <a:lumMod val="75000"/>
                </a:schemeClr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Modello Principale funzionante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Risultati troppo perfetti: dataset artificiale e poco realistico.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Assenza di </a:t>
            </a:r>
            <a:r>
              <a:rPr lang="it-IT" err="1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outlier</a:t>
            </a: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 e correlazioni deboli confermano la scarsa qualità.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Modello di regressione con predizioni imprecise.</a:t>
            </a:r>
          </a:p>
          <a:p>
            <a:endParaRPr lang="it-IT"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a:endParaRPr>
          </a:p>
          <a:p>
            <a:pPr>
              <a:lnSpc>
                <a:spcPct val="300000"/>
              </a:lnSpc>
            </a:pPr>
            <a:r>
              <a:rPr lang="it-IT" sz="2000">
                <a:solidFill>
                  <a:schemeClr val="accent1">
                    <a:lumMod val="7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SVILUPPI FUTURI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Raccogliere dati reali per verificare correlazioni.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Aggiungere feature più specifiche (tipo di gioco, dispositivo, postazione).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Considerare contesti con diverso livello di stress.</a:t>
            </a:r>
          </a:p>
        </p:txBody>
      </p:sp>
      <p:pic>
        <p:nvPicPr>
          <p:cNvPr id="6" name="Immagine 5" descr="Immagine che contiene cartone animato, automa meccanico, giocattolo, illustrazione&#10;&#10;Il contenuto generato dall'IA potrebbe non essere corretto.">
            <a:extLst>
              <a:ext uri="{FF2B5EF4-FFF2-40B4-BE49-F238E27FC236}">
                <a16:creationId xmlns:a16="http://schemas.microsoft.com/office/drawing/2014/main" id="{592E2E5C-D9F6-2DA2-AE9E-25DBC8E3F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3867" y="1190858"/>
            <a:ext cx="4266210" cy="5667141"/>
          </a:xfrm>
          <a:prstGeom prst="rect">
            <a:avLst/>
          </a:prstGeom>
        </p:spPr>
      </p:pic>
      <p:pic>
        <p:nvPicPr>
          <p:cNvPr id="7" name="Immagine 6" descr="Immagine che contiene Danza, cartone animato, persona, action figure&#10;&#10;Il contenuto generato dall&amp;#39;IA potrebbe non essere corretto.">
            <a:extLst>
              <a:ext uri="{FF2B5EF4-FFF2-40B4-BE49-F238E27FC236}">
                <a16:creationId xmlns:a16="http://schemas.microsoft.com/office/drawing/2014/main" id="{451A8AEA-3FED-E180-17F5-A28873CE6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034872" y="6676350"/>
            <a:ext cx="158941" cy="13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3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Blu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Application>Microsoft Office PowerPoint</Application>
  <PresentationFormat>Widescreen</PresentationFormat>
  <Slides>19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Circuito</vt:lpstr>
      <vt:lpstr>Gaming Hours vs. Academic &amp; Work  Performance </vt:lpstr>
      <vt:lpstr>GAMING: Svago o distrazione?</vt:lpstr>
      <vt:lpstr>COME SFRUTTIAMO IL MACHINE LEARNING?</vt:lpstr>
      <vt:lpstr>OBIETTIVO PROGETTUALE </vt:lpstr>
      <vt:lpstr>APPROCCI UTILIZZATI</vt:lpstr>
      <vt:lpstr>tecnologie utilizzate</vt:lpstr>
      <vt:lpstr>DATASET UTILIZZATO </vt:lpstr>
      <vt:lpstr>BILANCIAMENTO DELLE CLASSI</vt:lpstr>
      <vt:lpstr>Matrice di correlazione</vt:lpstr>
      <vt:lpstr>ANALISI DELLA VARIABILE DIPENDENTE</vt:lpstr>
      <vt:lpstr>NORMALIZZAZIONE ED ENCODING</vt:lpstr>
      <vt:lpstr>DATASET NORMALIZZATO</vt:lpstr>
      <vt:lpstr>VALUTAZIONE DEL MODELLO</vt:lpstr>
      <vt:lpstr>VALUTAZIONE DEL MODELLO</vt:lpstr>
      <vt:lpstr>Separabilità DELLE CLASSI E FEATURE IMPORTANCE</vt:lpstr>
      <vt:lpstr>EXTRA: MODELLO SCARTATO</vt:lpstr>
      <vt:lpstr>EXTRA: VALUTAZIONE DEL MODELLO E  FEATURE IMPORTANCE</vt:lpstr>
      <vt:lpstr>EXTRA: CONSIDERAZIONI SUL MODELLO SCARTATO</vt:lpstr>
      <vt:lpstr>Conclusioni e considerazioni finali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2026-01-12T11:09:18Z</dcterms:created>
  <dcterms:modified xsi:type="dcterms:W3CDTF">2026-01-15T17:39:59Z</dcterms:modified>
</cp:coreProperties>
</file>