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C4C8E8-276C-49AE-A6E3-7579E7320104}" v="101" dt="2026-01-12T11:58:25.4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MINE DI MANSO" userId="25ffba23-79a1-42ea-bb25-5c5589740de2" providerId="ADAL" clId="{B3CCA098-3E74-4298-8259-D314E9EB633A}"/>
    <pc:docChg chg="undo redo custSel addSld modSld addMainMaster delMainMaster modMainMaster">
      <pc:chgData name="CARMINE DI MANSO" userId="25ffba23-79a1-42ea-bb25-5c5589740de2" providerId="ADAL" clId="{B3CCA098-3E74-4298-8259-D314E9EB633A}" dt="2026-01-12T11:58:38.786" v="105" actId="1076"/>
      <pc:docMkLst>
        <pc:docMk/>
      </pc:docMkLst>
      <pc:sldChg chg="addSp delSp modSp mod setBg modClrScheme setClrOvrMap delDesignElem chgLayout">
        <pc:chgData name="CARMINE DI MANSO" userId="25ffba23-79a1-42ea-bb25-5c5589740de2" providerId="ADAL" clId="{B3CCA098-3E74-4298-8259-D314E9EB633A}" dt="2026-01-12T11:58:38.786" v="105" actId="1076"/>
        <pc:sldMkLst>
          <pc:docMk/>
          <pc:sldMk cId="3962583941" sldId="256"/>
        </pc:sldMkLst>
        <pc:spChg chg="mod">
          <ac:chgData name="CARMINE DI MANSO" userId="25ffba23-79a1-42ea-bb25-5c5589740de2" providerId="ADAL" clId="{B3CCA098-3E74-4298-8259-D314E9EB633A}" dt="2026-01-12T11:58:38.786" v="105" actId="1076"/>
          <ac:spMkLst>
            <pc:docMk/>
            <pc:sldMk cId="3962583941" sldId="256"/>
            <ac:spMk id="2" creationId="{00000000-0000-0000-0000-000000000000}"/>
          </ac:spMkLst>
        </pc:spChg>
        <pc:spChg chg="mod">
          <ac:chgData name="CARMINE DI MANSO" userId="25ffba23-79a1-42ea-bb25-5c5589740de2" providerId="ADAL" clId="{B3CCA098-3E74-4298-8259-D314E9EB633A}" dt="2026-01-12T11:58:38.786" v="105" actId="1076"/>
          <ac:spMkLst>
            <pc:docMk/>
            <pc:sldMk cId="3962583941" sldId="256"/>
            <ac:spMk id="3" creationId="{00000000-0000-0000-0000-000000000000}"/>
          </ac:spMkLst>
        </pc:spChg>
        <pc:spChg chg="add del">
          <ac:chgData name="CARMINE DI MANSO" userId="25ffba23-79a1-42ea-bb25-5c5589740de2" providerId="ADAL" clId="{B3CCA098-3E74-4298-8259-D314E9EB633A}" dt="2026-01-12T11:17:52.324" v="43"/>
          <ac:spMkLst>
            <pc:docMk/>
            <pc:sldMk cId="3962583941" sldId="256"/>
            <ac:spMk id="5" creationId="{19F9BF86-FE94-4517-B97D-026C7515E589}"/>
          </ac:spMkLst>
        </pc:spChg>
        <pc:spChg chg="add del">
          <ac:chgData name="CARMINE DI MANSO" userId="25ffba23-79a1-42ea-bb25-5c5589740de2" providerId="ADAL" clId="{B3CCA098-3E74-4298-8259-D314E9EB633A}" dt="2026-01-12T11:17:52.324" v="43"/>
          <ac:spMkLst>
            <pc:docMk/>
            <pc:sldMk cId="3962583941" sldId="256"/>
            <ac:spMk id="7" creationId="{122AB34F-E75C-451A-8410-05B6C249E9D3}"/>
          </ac:spMkLst>
        </pc:spChg>
        <pc:spChg chg="add del">
          <ac:chgData name="CARMINE DI MANSO" userId="25ffba23-79a1-42ea-bb25-5c5589740de2" providerId="ADAL" clId="{B3CCA098-3E74-4298-8259-D314E9EB633A}" dt="2026-01-12T11:15:33.438" v="2" actId="26606"/>
          <ac:spMkLst>
            <pc:docMk/>
            <pc:sldMk cId="3962583941" sldId="256"/>
            <ac:spMk id="9" creationId="{64B04182-BBFB-AB05-0885-6E210C0029BD}"/>
          </ac:spMkLst>
        </pc:spChg>
        <pc:spChg chg="add del">
          <ac:chgData name="CARMINE DI MANSO" userId="25ffba23-79a1-42ea-bb25-5c5589740de2" providerId="ADAL" clId="{B3CCA098-3E74-4298-8259-D314E9EB633A}" dt="2026-01-12T11:17:46.538" v="39" actId="26606"/>
          <ac:spMkLst>
            <pc:docMk/>
            <pc:sldMk cId="3962583941" sldId="256"/>
            <ac:spMk id="10" creationId="{4187D111-0A9D-421B-84EB-FC5811C3A931}"/>
          </ac:spMkLst>
        </pc:spChg>
        <pc:spChg chg="add del">
          <ac:chgData name="CARMINE DI MANSO" userId="25ffba23-79a1-42ea-bb25-5c5589740de2" providerId="ADAL" clId="{B3CCA098-3E74-4298-8259-D314E9EB633A}" dt="2026-01-12T11:15:38.324" v="4" actId="26606"/>
          <ac:spMkLst>
            <pc:docMk/>
            <pc:sldMk cId="3962583941" sldId="256"/>
            <ac:spMk id="11" creationId="{40FA88D0-E295-4CF3-934C-6423EACEB025}"/>
          </ac:spMkLst>
        </pc:spChg>
        <pc:spChg chg="add del">
          <ac:chgData name="CARMINE DI MANSO" userId="25ffba23-79a1-42ea-bb25-5c5589740de2" providerId="ADAL" clId="{B3CCA098-3E74-4298-8259-D314E9EB633A}" dt="2026-01-12T11:15:38.324" v="4" actId="26606"/>
          <ac:spMkLst>
            <pc:docMk/>
            <pc:sldMk cId="3962583941" sldId="256"/>
            <ac:spMk id="12" creationId="{E20BB609-EF92-42DB-836C-0699A590B5CF}"/>
          </ac:spMkLst>
        </pc:spChg>
        <pc:spChg chg="add del">
          <ac:chgData name="CARMINE DI MANSO" userId="25ffba23-79a1-42ea-bb25-5c5589740de2" providerId="ADAL" clId="{B3CCA098-3E74-4298-8259-D314E9EB633A}" dt="2026-01-12T11:15:44.974" v="6" actId="26606"/>
          <ac:spMkLst>
            <pc:docMk/>
            <pc:sldMk cId="3962583941" sldId="256"/>
            <ac:spMk id="17" creationId="{0668B51F-0397-D568-D929-A4F9A9CC47E8}"/>
          </ac:spMkLst>
        </pc:spChg>
        <pc:spChg chg="add del">
          <ac:chgData name="CARMINE DI MANSO" userId="25ffba23-79a1-42ea-bb25-5c5589740de2" providerId="ADAL" clId="{B3CCA098-3E74-4298-8259-D314E9EB633A}" dt="2026-01-12T11:15:44.974" v="6" actId="26606"/>
          <ac:spMkLst>
            <pc:docMk/>
            <pc:sldMk cId="3962583941" sldId="256"/>
            <ac:spMk id="19" creationId="{50F200B6-228D-F4F2-C6FF-D4257EC20592}"/>
          </ac:spMkLst>
        </pc:spChg>
        <pc:spChg chg="add del">
          <ac:chgData name="CARMINE DI MANSO" userId="25ffba23-79a1-42ea-bb25-5c5589740de2" providerId="ADAL" clId="{B3CCA098-3E74-4298-8259-D314E9EB633A}" dt="2026-01-12T11:15:50.554" v="8" actId="26606"/>
          <ac:spMkLst>
            <pc:docMk/>
            <pc:sldMk cId="3962583941" sldId="256"/>
            <ac:spMk id="21" creationId="{33E93247-6229-44AB-A550-739E971E690B}"/>
          </ac:spMkLst>
        </pc:spChg>
        <pc:spChg chg="add del">
          <ac:chgData name="CARMINE DI MANSO" userId="25ffba23-79a1-42ea-bb25-5c5589740de2" providerId="ADAL" clId="{B3CCA098-3E74-4298-8259-D314E9EB633A}" dt="2026-01-12T11:15:50.554" v="8" actId="26606"/>
          <ac:spMkLst>
            <pc:docMk/>
            <pc:sldMk cId="3962583941" sldId="256"/>
            <ac:spMk id="23" creationId="{912025B4-7337-735E-4DC9-E634D2011984}"/>
          </ac:spMkLst>
        </pc:spChg>
        <pc:spChg chg="add del">
          <ac:chgData name="CARMINE DI MANSO" userId="25ffba23-79a1-42ea-bb25-5c5589740de2" providerId="ADAL" clId="{B3CCA098-3E74-4298-8259-D314E9EB633A}" dt="2026-01-12T11:15:50.554" v="8" actId="26606"/>
          <ac:spMkLst>
            <pc:docMk/>
            <pc:sldMk cId="3962583941" sldId="256"/>
            <ac:spMk id="24" creationId="{150CDACD-D191-E642-F686-FCB54B7E5F67}"/>
          </ac:spMkLst>
        </pc:spChg>
        <pc:spChg chg="add del">
          <ac:chgData name="CARMINE DI MANSO" userId="25ffba23-79a1-42ea-bb25-5c5589740de2" providerId="ADAL" clId="{B3CCA098-3E74-4298-8259-D314E9EB633A}" dt="2026-01-12T11:15:52.723" v="10" actId="26606"/>
          <ac:spMkLst>
            <pc:docMk/>
            <pc:sldMk cId="3962583941" sldId="256"/>
            <ac:spMk id="26" creationId="{19F9BF86-FE94-4517-B97D-026C7515E589}"/>
          </ac:spMkLst>
        </pc:spChg>
        <pc:spChg chg="add del">
          <ac:chgData name="CARMINE DI MANSO" userId="25ffba23-79a1-42ea-bb25-5c5589740de2" providerId="ADAL" clId="{B3CCA098-3E74-4298-8259-D314E9EB633A}" dt="2026-01-12T11:15:52.723" v="10" actId="26606"/>
          <ac:spMkLst>
            <pc:docMk/>
            <pc:sldMk cId="3962583941" sldId="256"/>
            <ac:spMk id="28" creationId="{36136311-C81B-47C5-AE0A-5641A5A59520}"/>
          </ac:spMkLst>
        </pc:spChg>
        <pc:spChg chg="add del">
          <ac:chgData name="CARMINE DI MANSO" userId="25ffba23-79a1-42ea-bb25-5c5589740de2" providerId="ADAL" clId="{B3CCA098-3E74-4298-8259-D314E9EB633A}" dt="2026-01-12T11:15:59.249" v="12" actId="26606"/>
          <ac:spMkLst>
            <pc:docMk/>
            <pc:sldMk cId="3962583941" sldId="256"/>
            <ac:spMk id="31" creationId="{0EECA69B-4C2A-7F31-8019-E90DB3BD49CB}"/>
          </ac:spMkLst>
        </pc:spChg>
        <pc:spChg chg="add del">
          <ac:chgData name="CARMINE DI MANSO" userId="25ffba23-79a1-42ea-bb25-5c5589740de2" providerId="ADAL" clId="{B3CCA098-3E74-4298-8259-D314E9EB633A}" dt="2026-01-12T11:15:59.249" v="12" actId="26606"/>
          <ac:spMkLst>
            <pc:docMk/>
            <pc:sldMk cId="3962583941" sldId="256"/>
            <ac:spMk id="33" creationId="{857DEAC1-B3AA-6569-0A44-A191DF2F3C67}"/>
          </ac:spMkLst>
        </pc:spChg>
        <pc:spChg chg="add del">
          <ac:chgData name="CARMINE DI MANSO" userId="25ffba23-79a1-42ea-bb25-5c5589740de2" providerId="ADAL" clId="{B3CCA098-3E74-4298-8259-D314E9EB633A}" dt="2026-01-12T11:16:00.090" v="14" actId="26606"/>
          <ac:spMkLst>
            <pc:docMk/>
            <pc:sldMk cId="3962583941" sldId="256"/>
            <ac:spMk id="35" creationId="{82950D9A-4705-4314-961A-4F88B2CE412D}"/>
          </ac:spMkLst>
        </pc:spChg>
        <pc:spChg chg="add del">
          <ac:chgData name="CARMINE DI MANSO" userId="25ffba23-79a1-42ea-bb25-5c5589740de2" providerId="ADAL" clId="{B3CCA098-3E74-4298-8259-D314E9EB633A}" dt="2026-01-12T11:16:04.377" v="16" actId="26606"/>
          <ac:spMkLst>
            <pc:docMk/>
            <pc:sldMk cId="3962583941" sldId="256"/>
            <ac:spMk id="40" creationId="{51C0BCA8-B9D5-4F84-B063-ABE683EE04E1}"/>
          </ac:spMkLst>
        </pc:spChg>
        <pc:spChg chg="add del">
          <ac:chgData name="CARMINE DI MANSO" userId="25ffba23-79a1-42ea-bb25-5c5589740de2" providerId="ADAL" clId="{B3CCA098-3E74-4298-8259-D314E9EB633A}" dt="2026-01-12T11:16:04.377" v="16" actId="26606"/>
          <ac:spMkLst>
            <pc:docMk/>
            <pc:sldMk cId="3962583941" sldId="256"/>
            <ac:spMk id="42" creationId="{3148D7B7-CAFA-4089-A365-6371A76FE4A6}"/>
          </ac:spMkLst>
        </pc:spChg>
        <pc:spChg chg="add del">
          <ac:chgData name="CARMINE DI MANSO" userId="25ffba23-79a1-42ea-bb25-5c5589740de2" providerId="ADAL" clId="{B3CCA098-3E74-4298-8259-D314E9EB633A}" dt="2026-01-12T11:16:05.761" v="18" actId="26606"/>
          <ac:spMkLst>
            <pc:docMk/>
            <pc:sldMk cId="3962583941" sldId="256"/>
            <ac:spMk id="45" creationId="{6E448DB1-4196-18A6-15DA-C72635C1B11E}"/>
          </ac:spMkLst>
        </pc:spChg>
        <pc:spChg chg="add del">
          <ac:chgData name="CARMINE DI MANSO" userId="25ffba23-79a1-42ea-bb25-5c5589740de2" providerId="ADAL" clId="{B3CCA098-3E74-4298-8259-D314E9EB633A}" dt="2026-01-12T11:16:05.761" v="18" actId="26606"/>
          <ac:spMkLst>
            <pc:docMk/>
            <pc:sldMk cId="3962583941" sldId="256"/>
            <ac:spMk id="47" creationId="{76A10D8F-D463-70E5-239B-17AD65EF433D}"/>
          </ac:spMkLst>
        </pc:spChg>
        <pc:spChg chg="add del">
          <ac:chgData name="CARMINE DI MANSO" userId="25ffba23-79a1-42ea-bb25-5c5589740de2" providerId="ADAL" clId="{B3CCA098-3E74-4298-8259-D314E9EB633A}" dt="2026-01-12T11:17:46.538" v="39" actId="26606"/>
          <ac:spMkLst>
            <pc:docMk/>
            <pc:sldMk cId="3962583941" sldId="256"/>
            <ac:spMk id="48" creationId="{F0753E91-DF19-4FA4-BFBF-221696B8D779}"/>
          </ac:spMkLst>
        </pc:spChg>
        <pc:spChg chg="add del">
          <ac:chgData name="CARMINE DI MANSO" userId="25ffba23-79a1-42ea-bb25-5c5589740de2" providerId="ADAL" clId="{B3CCA098-3E74-4298-8259-D314E9EB633A}" dt="2026-01-12T11:16:07.935" v="20" actId="26606"/>
          <ac:spMkLst>
            <pc:docMk/>
            <pc:sldMk cId="3962583941" sldId="256"/>
            <ac:spMk id="49" creationId="{33E93247-6229-44AB-A550-739E971E690B}"/>
          </ac:spMkLst>
        </pc:spChg>
        <pc:spChg chg="add del">
          <ac:chgData name="CARMINE DI MANSO" userId="25ffba23-79a1-42ea-bb25-5c5589740de2" providerId="ADAL" clId="{B3CCA098-3E74-4298-8259-D314E9EB633A}" dt="2026-01-12T11:16:09.047" v="23" actId="26606"/>
          <ac:spMkLst>
            <pc:docMk/>
            <pc:sldMk cId="3962583941" sldId="256"/>
            <ac:spMk id="53" creationId="{F2E5B6AE-5EFE-45F0-A2AE-ED771CA3D7DD}"/>
          </ac:spMkLst>
        </pc:spChg>
        <pc:spChg chg="add del">
          <ac:chgData name="CARMINE DI MANSO" userId="25ffba23-79a1-42ea-bb25-5c5589740de2" providerId="ADAL" clId="{B3CCA098-3E74-4298-8259-D314E9EB633A}" dt="2026-01-12T11:16:12.797" v="25" actId="26606"/>
          <ac:spMkLst>
            <pc:docMk/>
            <pc:sldMk cId="3962583941" sldId="256"/>
            <ac:spMk id="57" creationId="{80B98925-0550-1AFB-C1DC-02792400FB71}"/>
          </ac:spMkLst>
        </pc:spChg>
        <pc:spChg chg="add del">
          <ac:chgData name="CARMINE DI MANSO" userId="25ffba23-79a1-42ea-bb25-5c5589740de2" providerId="ADAL" clId="{B3CCA098-3E74-4298-8259-D314E9EB633A}" dt="2026-01-12T11:16:12.797" v="25" actId="26606"/>
          <ac:spMkLst>
            <pc:docMk/>
            <pc:sldMk cId="3962583941" sldId="256"/>
            <ac:spMk id="59" creationId="{0DBFCB27-760B-5FF3-72F5-581461CE16FD}"/>
          </ac:spMkLst>
        </pc:spChg>
        <pc:spChg chg="add del">
          <ac:chgData name="CARMINE DI MANSO" userId="25ffba23-79a1-42ea-bb25-5c5589740de2" providerId="ADAL" clId="{B3CCA098-3E74-4298-8259-D314E9EB633A}" dt="2026-01-12T11:16:45.453" v="30" actId="26606"/>
          <ac:spMkLst>
            <pc:docMk/>
            <pc:sldMk cId="3962583941" sldId="256"/>
            <ac:spMk id="61" creationId="{A7971386-B2B0-4A38-8D3B-8CF23AAA610C}"/>
          </ac:spMkLst>
        </pc:spChg>
        <pc:spChg chg="add del">
          <ac:chgData name="CARMINE DI MANSO" userId="25ffba23-79a1-42ea-bb25-5c5589740de2" providerId="ADAL" clId="{B3CCA098-3E74-4298-8259-D314E9EB633A}" dt="2026-01-12T11:16:45.453" v="30" actId="26606"/>
          <ac:spMkLst>
            <pc:docMk/>
            <pc:sldMk cId="3962583941" sldId="256"/>
            <ac:spMk id="62" creationId="{96AE4BD0-E2D6-4FE1-9295-59E338A45340}"/>
          </ac:spMkLst>
        </pc:spChg>
        <pc:spChg chg="add del">
          <ac:chgData name="CARMINE DI MANSO" userId="25ffba23-79a1-42ea-bb25-5c5589740de2" providerId="ADAL" clId="{B3CCA098-3E74-4298-8259-D314E9EB633A}" dt="2026-01-12T11:16:45.453" v="30" actId="26606"/>
          <ac:spMkLst>
            <pc:docMk/>
            <pc:sldMk cId="3962583941" sldId="256"/>
            <ac:spMk id="63" creationId="{0D29D77D-2D4E-4868-960B-BEDA724F5CE2}"/>
          </ac:spMkLst>
        </pc:spChg>
        <pc:spChg chg="add del">
          <ac:chgData name="CARMINE DI MANSO" userId="25ffba23-79a1-42ea-bb25-5c5589740de2" providerId="ADAL" clId="{B3CCA098-3E74-4298-8259-D314E9EB633A}" dt="2026-01-12T11:17:48.568" v="41" actId="26606"/>
          <ac:spMkLst>
            <pc:docMk/>
            <pc:sldMk cId="3962583941" sldId="256"/>
            <ac:spMk id="88" creationId="{A8885DF3-3C26-4448-BE78-9D9A216C82E0}"/>
          </ac:spMkLst>
        </pc:spChg>
        <pc:spChg chg="add del">
          <ac:chgData name="CARMINE DI MANSO" userId="25ffba23-79a1-42ea-bb25-5c5589740de2" providerId="ADAL" clId="{B3CCA098-3E74-4298-8259-D314E9EB633A}" dt="2026-01-12T11:17:48.568" v="41" actId="26606"/>
          <ac:spMkLst>
            <pc:docMk/>
            <pc:sldMk cId="3962583941" sldId="256"/>
            <ac:spMk id="89" creationId="{72EF3F9A-9717-4ACB-A30D-96694842C4F7}"/>
          </ac:spMkLst>
        </pc:spChg>
        <pc:grpChg chg="add">
          <ac:chgData name="CARMINE DI MANSO" userId="25ffba23-79a1-42ea-bb25-5c5589740de2" providerId="ADAL" clId="{B3CCA098-3E74-4298-8259-D314E9EB633A}" dt="2026-01-12T11:17:55.467" v="44" actId="26606"/>
          <ac:grpSpMkLst>
            <pc:docMk/>
            <pc:sldMk cId="3962583941" sldId="256"/>
            <ac:grpSpMk id="25" creationId="{991FDBCC-CEF4-4B54-8508-90670DA1E117}"/>
          </ac:grpSpMkLst>
        </pc:grpChg>
        <pc:grpChg chg="add del">
          <ac:chgData name="CARMINE DI MANSO" userId="25ffba23-79a1-42ea-bb25-5c5589740de2" providerId="ADAL" clId="{B3CCA098-3E74-4298-8259-D314E9EB633A}" dt="2026-01-12T11:17:46.538" v="39" actId="26606"/>
          <ac:grpSpMkLst>
            <pc:docMk/>
            <pc:sldMk cId="3962583941" sldId="256"/>
            <ac:grpSpMk id="52" creationId="{015ECF02-0C11-4320-A868-5EC7DD53DEFD}"/>
          </ac:grpSpMkLst>
        </pc:grpChg>
        <pc:picChg chg="add del">
          <ac:chgData name="CARMINE DI MANSO" userId="25ffba23-79a1-42ea-bb25-5c5589740de2" providerId="ADAL" clId="{B3CCA098-3E74-4298-8259-D314E9EB633A}" dt="2026-01-12T11:15:33.438" v="2" actId="26606"/>
          <ac:picMkLst>
            <pc:docMk/>
            <pc:sldMk cId="3962583941" sldId="256"/>
            <ac:picMk id="4" creationId="{9F923B8F-B0F2-9982-1D9C-18FEB8974BC1}"/>
          </ac:picMkLst>
        </pc:picChg>
        <pc:picChg chg="add mod ord">
          <ac:chgData name="CARMINE DI MANSO" userId="25ffba23-79a1-42ea-bb25-5c5589740de2" providerId="ADAL" clId="{B3CCA098-3E74-4298-8259-D314E9EB633A}" dt="2026-01-12T11:58:38.786" v="105" actId="1076"/>
          <ac:picMkLst>
            <pc:docMk/>
            <pc:sldMk cId="3962583941" sldId="256"/>
            <ac:picMk id="6" creationId="{8DEEE9C0-2EA3-8DE9-34AC-80FE3975E77B}"/>
          </ac:picMkLst>
        </pc:picChg>
        <pc:picChg chg="add del">
          <ac:chgData name="CARMINE DI MANSO" userId="25ffba23-79a1-42ea-bb25-5c5589740de2" providerId="ADAL" clId="{B3CCA098-3E74-4298-8259-D314E9EB633A}" dt="2026-01-12T11:15:38.324" v="4" actId="26606"/>
          <ac:picMkLst>
            <pc:docMk/>
            <pc:sldMk cId="3962583941" sldId="256"/>
            <ac:picMk id="14" creationId="{A10BCD44-05D1-0825-C6C4-53E7802B9B7F}"/>
          </ac:picMkLst>
        </pc:picChg>
        <pc:picChg chg="add del">
          <ac:chgData name="CARMINE DI MANSO" userId="25ffba23-79a1-42ea-bb25-5c5589740de2" providerId="ADAL" clId="{B3CCA098-3E74-4298-8259-D314E9EB633A}" dt="2026-01-12T11:15:44.974" v="6" actId="26606"/>
          <ac:picMkLst>
            <pc:docMk/>
            <pc:sldMk cId="3962583941" sldId="256"/>
            <ac:picMk id="18" creationId="{4B65FAB4-C250-268E-F7B3-C6631AF8CDFC}"/>
          </ac:picMkLst>
        </pc:picChg>
        <pc:picChg chg="add del">
          <ac:chgData name="CARMINE DI MANSO" userId="25ffba23-79a1-42ea-bb25-5c5589740de2" providerId="ADAL" clId="{B3CCA098-3E74-4298-8259-D314E9EB633A}" dt="2026-01-12T11:15:50.554" v="8" actId="26606"/>
          <ac:picMkLst>
            <pc:docMk/>
            <pc:sldMk cId="3962583941" sldId="256"/>
            <ac:picMk id="22" creationId="{96BAFCB2-24A8-52EC-F59B-7B96E7AFC599}"/>
          </ac:picMkLst>
        </pc:picChg>
        <pc:picChg chg="add del">
          <ac:chgData name="CARMINE DI MANSO" userId="25ffba23-79a1-42ea-bb25-5c5589740de2" providerId="ADAL" clId="{B3CCA098-3E74-4298-8259-D314E9EB633A}" dt="2026-01-12T11:15:52.723" v="10" actId="26606"/>
          <ac:picMkLst>
            <pc:docMk/>
            <pc:sldMk cId="3962583941" sldId="256"/>
            <ac:picMk id="27" creationId="{6781B1EA-09F9-A8A5-D048-85DB5A91FA1F}"/>
          </ac:picMkLst>
        </pc:picChg>
        <pc:picChg chg="add del">
          <ac:chgData name="CARMINE DI MANSO" userId="25ffba23-79a1-42ea-bb25-5c5589740de2" providerId="ADAL" clId="{B3CCA098-3E74-4298-8259-D314E9EB633A}" dt="2026-01-12T11:15:59.249" v="12" actId="26606"/>
          <ac:picMkLst>
            <pc:docMk/>
            <pc:sldMk cId="3962583941" sldId="256"/>
            <ac:picMk id="32" creationId="{B3BFA680-DE43-3072-9D65-7F7F11E75916}"/>
          </ac:picMkLst>
        </pc:picChg>
        <pc:picChg chg="add del">
          <ac:chgData name="CARMINE DI MANSO" userId="25ffba23-79a1-42ea-bb25-5c5589740de2" providerId="ADAL" clId="{B3CCA098-3E74-4298-8259-D314E9EB633A}" dt="2026-01-12T11:16:00.090" v="14" actId="26606"/>
          <ac:picMkLst>
            <pc:docMk/>
            <pc:sldMk cId="3962583941" sldId="256"/>
            <ac:picMk id="36" creationId="{7F7332EE-8973-A8A8-AC8B-5407EC375D78}"/>
          </ac:picMkLst>
        </pc:picChg>
        <pc:picChg chg="add del">
          <ac:chgData name="CARMINE DI MANSO" userId="25ffba23-79a1-42ea-bb25-5c5589740de2" providerId="ADAL" clId="{B3CCA098-3E74-4298-8259-D314E9EB633A}" dt="2026-01-12T11:16:04.377" v="16" actId="26606"/>
          <ac:picMkLst>
            <pc:docMk/>
            <pc:sldMk cId="3962583941" sldId="256"/>
            <ac:picMk id="41" creationId="{1FC4F648-0689-3AEF-0086-57B341BD858B}"/>
          </ac:picMkLst>
        </pc:picChg>
        <pc:picChg chg="add del">
          <ac:chgData name="CARMINE DI MANSO" userId="25ffba23-79a1-42ea-bb25-5c5589740de2" providerId="ADAL" clId="{B3CCA098-3E74-4298-8259-D314E9EB633A}" dt="2026-01-12T11:16:05.761" v="18" actId="26606"/>
          <ac:picMkLst>
            <pc:docMk/>
            <pc:sldMk cId="3962583941" sldId="256"/>
            <ac:picMk id="46" creationId="{8101EAB1-558C-01AE-3FF3-6DD64319A89C}"/>
          </ac:picMkLst>
        </pc:picChg>
        <pc:picChg chg="add del">
          <ac:chgData name="CARMINE DI MANSO" userId="25ffba23-79a1-42ea-bb25-5c5589740de2" providerId="ADAL" clId="{B3CCA098-3E74-4298-8259-D314E9EB633A}" dt="2026-01-12T11:16:07.935" v="20" actId="26606"/>
          <ac:picMkLst>
            <pc:docMk/>
            <pc:sldMk cId="3962583941" sldId="256"/>
            <ac:picMk id="51" creationId="{423F846F-39E6-8B9F-42CA-635B9CD65497}"/>
          </ac:picMkLst>
        </pc:picChg>
        <pc:picChg chg="add del">
          <ac:chgData name="CARMINE DI MANSO" userId="25ffba23-79a1-42ea-bb25-5c5589740de2" providerId="ADAL" clId="{B3CCA098-3E74-4298-8259-D314E9EB633A}" dt="2026-01-12T11:16:09.047" v="23" actId="26606"/>
          <ac:picMkLst>
            <pc:docMk/>
            <pc:sldMk cId="3962583941" sldId="256"/>
            <ac:picMk id="55" creationId="{AADC2E6F-B23F-4D4E-3CAF-665AE73BED1D}"/>
          </ac:picMkLst>
        </pc:picChg>
        <pc:picChg chg="add del">
          <ac:chgData name="CARMINE DI MANSO" userId="25ffba23-79a1-42ea-bb25-5c5589740de2" providerId="ADAL" clId="{B3CCA098-3E74-4298-8259-D314E9EB633A}" dt="2026-01-12T11:16:12.797" v="25" actId="26606"/>
          <ac:picMkLst>
            <pc:docMk/>
            <pc:sldMk cId="3962583941" sldId="256"/>
            <ac:picMk id="58" creationId="{0A67CE9B-7D65-BCBA-F72F-49DC8603E140}"/>
          </ac:picMkLst>
        </pc:picChg>
        <pc:picChg chg="add del">
          <ac:chgData name="CARMINE DI MANSO" userId="25ffba23-79a1-42ea-bb25-5c5589740de2" providerId="ADAL" clId="{B3CCA098-3E74-4298-8259-D314E9EB633A}" dt="2026-01-12T11:16:45.453" v="30" actId="26606"/>
          <ac:picMkLst>
            <pc:docMk/>
            <pc:sldMk cId="3962583941" sldId="256"/>
            <ac:picMk id="64" creationId="{8E7AC1DC-C066-DAA2-807F-AF8A6614DA07}"/>
          </ac:picMkLst>
        </pc:picChg>
        <pc:cxnChg chg="add del">
          <ac:chgData name="CARMINE DI MANSO" userId="25ffba23-79a1-42ea-bb25-5c5589740de2" providerId="ADAL" clId="{B3CCA098-3E74-4298-8259-D314E9EB633A}" dt="2026-01-12T11:17:52.324" v="43"/>
          <ac:cxnSpMkLst>
            <pc:docMk/>
            <pc:sldMk cId="3962583941" sldId="256"/>
            <ac:cxnSpMk id="8" creationId="{97CC2FE6-3AD0-4131-B4BC-1F4D65E25E13}"/>
          </ac:cxnSpMkLst>
        </pc:cxnChg>
        <pc:cxnChg chg="add del">
          <ac:chgData name="CARMINE DI MANSO" userId="25ffba23-79a1-42ea-bb25-5c5589740de2" providerId="ADAL" clId="{B3CCA098-3E74-4298-8259-D314E9EB633A}" dt="2026-01-12T11:15:38.324" v="4" actId="26606"/>
          <ac:cxnSpMkLst>
            <pc:docMk/>
            <pc:sldMk cId="3962583941" sldId="256"/>
            <ac:cxnSpMk id="13" creationId="{8F4E56A8-93D5-4BE3-AE61-84677331AD07}"/>
          </ac:cxnSpMkLst>
        </pc:cxnChg>
        <pc:cxnChg chg="add del">
          <ac:chgData name="CARMINE DI MANSO" userId="25ffba23-79a1-42ea-bb25-5c5589740de2" providerId="ADAL" clId="{B3CCA098-3E74-4298-8259-D314E9EB633A}" dt="2026-01-12T11:15:38.324" v="4" actId="26606"/>
          <ac:cxnSpMkLst>
            <pc:docMk/>
            <pc:sldMk cId="3962583941" sldId="256"/>
            <ac:cxnSpMk id="15" creationId="{BD492A0C-1773-477B-83B5-C707CB057709}"/>
          </ac:cxnSpMkLst>
        </pc:cxnChg>
        <pc:cxnChg chg="add del">
          <ac:chgData name="CARMINE DI MANSO" userId="25ffba23-79a1-42ea-bb25-5c5589740de2" providerId="ADAL" clId="{B3CCA098-3E74-4298-8259-D314E9EB633A}" dt="2026-01-12T11:15:52.723" v="10" actId="26606"/>
          <ac:cxnSpMkLst>
            <pc:docMk/>
            <pc:sldMk cId="3962583941" sldId="256"/>
            <ac:cxnSpMk id="29" creationId="{7CC73A33-65FF-41A9-A3B0-006753CD1028}"/>
          </ac:cxnSpMkLst>
        </pc:cxnChg>
        <pc:cxnChg chg="add del">
          <ac:chgData name="CARMINE DI MANSO" userId="25ffba23-79a1-42ea-bb25-5c5589740de2" providerId="ADAL" clId="{B3CCA098-3E74-4298-8259-D314E9EB633A}" dt="2026-01-12T11:16:00.090" v="14" actId="26606"/>
          <ac:cxnSpMkLst>
            <pc:docMk/>
            <pc:sldMk cId="3962583941" sldId="256"/>
            <ac:cxnSpMk id="37" creationId="{13AC671C-E66F-43C5-A66A-C477339DD232}"/>
          </ac:cxnSpMkLst>
        </pc:cxnChg>
        <pc:cxnChg chg="add del">
          <ac:chgData name="CARMINE DI MANSO" userId="25ffba23-79a1-42ea-bb25-5c5589740de2" providerId="ADAL" clId="{B3CCA098-3E74-4298-8259-D314E9EB633A}" dt="2026-01-12T11:16:00.090" v="14" actId="26606"/>
          <ac:cxnSpMkLst>
            <pc:docMk/>
            <pc:sldMk cId="3962583941" sldId="256"/>
            <ac:cxnSpMk id="38" creationId="{EEE10AC2-20ED-4628-9A8E-14F8437B55CB}"/>
          </ac:cxnSpMkLst>
        </pc:cxnChg>
        <pc:cxnChg chg="add del">
          <ac:chgData name="CARMINE DI MANSO" userId="25ffba23-79a1-42ea-bb25-5c5589740de2" providerId="ADAL" clId="{B3CCA098-3E74-4298-8259-D314E9EB633A}" dt="2026-01-12T11:16:04.377" v="16" actId="26606"/>
          <ac:cxnSpMkLst>
            <pc:docMk/>
            <pc:sldMk cId="3962583941" sldId="256"/>
            <ac:cxnSpMk id="43" creationId="{7476E355-DC49-4AFB-88DE-62B854B9B315}"/>
          </ac:cxnSpMkLst>
        </pc:cxnChg>
        <pc:cxnChg chg="add del">
          <ac:chgData name="CARMINE DI MANSO" userId="25ffba23-79a1-42ea-bb25-5c5589740de2" providerId="ADAL" clId="{B3CCA098-3E74-4298-8259-D314E9EB633A}" dt="2026-01-12T11:16:07.935" v="20" actId="26606"/>
          <ac:cxnSpMkLst>
            <pc:docMk/>
            <pc:sldMk cId="3962583941" sldId="256"/>
            <ac:cxnSpMk id="50" creationId="{EE2E603F-4A95-4FE8-BB06-211DFD75DBEF}"/>
          </ac:cxnSpMkLst>
        </pc:cxnChg>
        <pc:cxnChg chg="add del">
          <ac:chgData name="CARMINE DI MANSO" userId="25ffba23-79a1-42ea-bb25-5c5589740de2" providerId="ADAL" clId="{B3CCA098-3E74-4298-8259-D314E9EB633A}" dt="2026-01-12T11:16:09.047" v="23" actId="26606"/>
          <ac:cxnSpMkLst>
            <pc:docMk/>
            <pc:sldMk cId="3962583941" sldId="256"/>
            <ac:cxnSpMk id="54" creationId="{D255B435-D9F3-4A31-B89E-36741390DB4B}"/>
          </ac:cxnSpMkLst>
        </pc:cxnChg>
      </pc:sldChg>
      <pc:sldChg chg="new setBg">
        <pc:chgData name="CARMINE DI MANSO" userId="25ffba23-79a1-42ea-bb25-5c5589740de2" providerId="ADAL" clId="{B3CCA098-3E74-4298-8259-D314E9EB633A}" dt="2026-01-12T11:40:18.285" v="87"/>
        <pc:sldMkLst>
          <pc:docMk/>
          <pc:sldMk cId="1688690467" sldId="257"/>
        </pc:sldMkLst>
      </pc:sldChg>
      <pc:sldMasterChg chg="add del addSldLayout delSldLayout">
        <pc:chgData name="CARMINE DI MANSO" userId="25ffba23-79a1-42ea-bb25-5c5589740de2" providerId="ADAL" clId="{B3CCA098-3E74-4298-8259-D314E9EB633A}" dt="2026-01-12T11:16:45.453" v="30" actId="26606"/>
        <pc:sldMasterMkLst>
          <pc:docMk/>
          <pc:sldMasterMk cId="1924304791" sldId="2147483660"/>
        </pc:sldMasterMkLst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1924304791" sldId="2147483660"/>
            <pc:sldLayoutMk cId="3359525963" sldId="2147483661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1924304791" sldId="2147483660"/>
            <pc:sldLayoutMk cId="4194604060" sldId="2147483662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1924304791" sldId="2147483660"/>
            <pc:sldLayoutMk cId="2350191061" sldId="2147483663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1924304791" sldId="2147483660"/>
            <pc:sldLayoutMk cId="715499069" sldId="2147483664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1924304791" sldId="2147483660"/>
            <pc:sldLayoutMk cId="2490745773" sldId="2147483665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1924304791" sldId="2147483660"/>
            <pc:sldLayoutMk cId="1889608304" sldId="2147483666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1924304791" sldId="2147483660"/>
            <pc:sldLayoutMk cId="2760614642" sldId="2147483667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1924304791" sldId="2147483660"/>
            <pc:sldLayoutMk cId="3227459446" sldId="2147483668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1924304791" sldId="2147483660"/>
            <pc:sldLayoutMk cId="1414982344" sldId="2147483669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1924304791" sldId="2147483660"/>
            <pc:sldLayoutMk cId="2089716019" sldId="2147483670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1924304791" sldId="2147483660"/>
            <pc:sldLayoutMk cId="1713294488" sldId="2147483671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1924304791" sldId="2147483660"/>
            <pc:sldLayoutMk cId="16590409" sldId="2147483672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1924304791" sldId="2147483660"/>
            <pc:sldLayoutMk cId="906878843" sldId="2147483673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1924304791" sldId="2147483660"/>
            <pc:sldLayoutMk cId="1705812247" sldId="2147483674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1924304791" sldId="2147483660"/>
            <pc:sldLayoutMk cId="1809593416" sldId="2147483675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1924304791" sldId="2147483660"/>
            <pc:sldLayoutMk cId="203527257" sldId="2147483676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1924304791" sldId="2147483660"/>
            <pc:sldLayoutMk cId="4050178446" sldId="2147483677"/>
          </pc:sldLayoutMkLst>
        </pc:sldLayoutChg>
      </pc:sldMasterChg>
      <pc:sldMasterChg chg="add del addSldLayout delSldLayout">
        <pc:chgData name="CARMINE DI MANSO" userId="25ffba23-79a1-42ea-bb25-5c5589740de2" providerId="ADAL" clId="{B3CCA098-3E74-4298-8259-D314E9EB633A}" dt="2026-01-12T11:16:07.935" v="20" actId="26606"/>
        <pc:sldMasterMkLst>
          <pc:docMk/>
          <pc:sldMasterMk cId="2145975304" sldId="2147483685"/>
        </pc:sldMasterMkLst>
        <pc:sldLayoutChg chg="add del">
          <pc:chgData name="CARMINE DI MANSO" userId="25ffba23-79a1-42ea-bb25-5c5589740de2" providerId="ADAL" clId="{B3CCA098-3E74-4298-8259-D314E9EB633A}" dt="2026-01-12T11:16:07.935" v="20" actId="26606"/>
          <pc:sldLayoutMkLst>
            <pc:docMk/>
            <pc:sldMasterMk cId="2145975304" sldId="2147483685"/>
            <pc:sldLayoutMk cId="1527245432" sldId="2147483678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7.935" v="20" actId="26606"/>
          <pc:sldLayoutMkLst>
            <pc:docMk/>
            <pc:sldMasterMk cId="2145975304" sldId="2147483685"/>
            <pc:sldLayoutMk cId="1894643421" sldId="2147483679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7.935" v="20" actId="26606"/>
          <pc:sldLayoutMkLst>
            <pc:docMk/>
            <pc:sldMasterMk cId="2145975304" sldId="2147483685"/>
            <pc:sldLayoutMk cId="712593367" sldId="2147483680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7.935" v="20" actId="26606"/>
          <pc:sldLayoutMkLst>
            <pc:docMk/>
            <pc:sldMasterMk cId="2145975304" sldId="2147483685"/>
            <pc:sldLayoutMk cId="2838482206" sldId="2147483681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7.935" v="20" actId="26606"/>
          <pc:sldLayoutMkLst>
            <pc:docMk/>
            <pc:sldMasterMk cId="2145975304" sldId="2147483685"/>
            <pc:sldLayoutMk cId="3610954247" sldId="2147483682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7.935" v="20" actId="26606"/>
          <pc:sldLayoutMkLst>
            <pc:docMk/>
            <pc:sldMasterMk cId="2145975304" sldId="2147483685"/>
            <pc:sldLayoutMk cId="3668976259" sldId="2147483683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7.935" v="20" actId="26606"/>
          <pc:sldLayoutMkLst>
            <pc:docMk/>
            <pc:sldMasterMk cId="2145975304" sldId="2147483685"/>
            <pc:sldLayoutMk cId="3414360786" sldId="2147483684"/>
          </pc:sldLayoutMkLst>
        </pc:sldLayoutChg>
        <pc:sldLayoutChg chg="add del replId">
          <pc:chgData name="CARMINE DI MANSO" userId="25ffba23-79a1-42ea-bb25-5c5589740de2" providerId="ADAL" clId="{B3CCA098-3E74-4298-8259-D314E9EB633A}" dt="2026-01-12T11:16:07.935" v="20" actId="26606"/>
          <pc:sldLayoutMkLst>
            <pc:docMk/>
            <pc:sldMasterMk cId="2145975304" sldId="2147483685"/>
            <pc:sldLayoutMk cId="784791694" sldId="2147483686"/>
          </pc:sldLayoutMkLst>
        </pc:sldLayoutChg>
        <pc:sldLayoutChg chg="add del replId">
          <pc:chgData name="CARMINE DI MANSO" userId="25ffba23-79a1-42ea-bb25-5c5589740de2" providerId="ADAL" clId="{B3CCA098-3E74-4298-8259-D314E9EB633A}" dt="2026-01-12T11:16:07.935" v="20" actId="26606"/>
          <pc:sldLayoutMkLst>
            <pc:docMk/>
            <pc:sldMasterMk cId="2145975304" sldId="2147483685"/>
            <pc:sldLayoutMk cId="1239161540" sldId="2147483687"/>
          </pc:sldLayoutMkLst>
        </pc:sldLayoutChg>
        <pc:sldLayoutChg chg="add del replId">
          <pc:chgData name="CARMINE DI MANSO" userId="25ffba23-79a1-42ea-bb25-5c5589740de2" providerId="ADAL" clId="{B3CCA098-3E74-4298-8259-D314E9EB633A}" dt="2026-01-12T11:16:07.935" v="20" actId="26606"/>
          <pc:sldLayoutMkLst>
            <pc:docMk/>
            <pc:sldMasterMk cId="2145975304" sldId="2147483685"/>
            <pc:sldLayoutMk cId="2229664109" sldId="2147483688"/>
          </pc:sldLayoutMkLst>
        </pc:sldLayoutChg>
        <pc:sldLayoutChg chg="add del replId">
          <pc:chgData name="CARMINE DI MANSO" userId="25ffba23-79a1-42ea-bb25-5c5589740de2" providerId="ADAL" clId="{B3CCA098-3E74-4298-8259-D314E9EB633A}" dt="2026-01-12T11:16:07.935" v="20" actId="26606"/>
          <pc:sldLayoutMkLst>
            <pc:docMk/>
            <pc:sldMasterMk cId="2145975304" sldId="2147483685"/>
            <pc:sldLayoutMk cId="2430446044" sldId="2147483689"/>
          </pc:sldLayoutMkLst>
        </pc:sldLayoutChg>
      </pc:sldMasterChg>
      <pc:sldMasterChg chg="add del addSldLayout delSldLayout">
        <pc:chgData name="CARMINE DI MANSO" userId="25ffba23-79a1-42ea-bb25-5c5589740de2" providerId="ADAL" clId="{B3CCA098-3E74-4298-8259-D314E9EB633A}" dt="2026-01-12T11:15:50.554" v="8" actId="26606"/>
        <pc:sldMasterMkLst>
          <pc:docMk/>
          <pc:sldMasterMk cId="2621864340" sldId="2147483685"/>
        </pc:sldMasterMkLst>
        <pc:sldLayoutChg chg="add del">
          <pc:chgData name="CARMINE DI MANSO" userId="25ffba23-79a1-42ea-bb25-5c5589740de2" providerId="ADAL" clId="{B3CCA098-3E74-4298-8259-D314E9EB633A}" dt="2026-01-12T11:15:50.554" v="8" actId="26606"/>
          <pc:sldLayoutMkLst>
            <pc:docMk/>
            <pc:sldMasterMk cId="2621864340" sldId="2147483685"/>
            <pc:sldLayoutMk cId="1202673677" sldId="2147483678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0.554" v="8" actId="26606"/>
          <pc:sldLayoutMkLst>
            <pc:docMk/>
            <pc:sldMasterMk cId="2621864340" sldId="2147483685"/>
            <pc:sldLayoutMk cId="2686310738" sldId="2147483679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0.554" v="8" actId="26606"/>
          <pc:sldLayoutMkLst>
            <pc:docMk/>
            <pc:sldMasterMk cId="2621864340" sldId="2147483685"/>
            <pc:sldLayoutMk cId="3744155724" sldId="2147483680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0.554" v="8" actId="26606"/>
          <pc:sldLayoutMkLst>
            <pc:docMk/>
            <pc:sldMasterMk cId="2621864340" sldId="2147483685"/>
            <pc:sldLayoutMk cId="959084048" sldId="2147483681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0.554" v="8" actId="26606"/>
          <pc:sldLayoutMkLst>
            <pc:docMk/>
            <pc:sldMasterMk cId="2621864340" sldId="2147483685"/>
            <pc:sldLayoutMk cId="1321662482" sldId="2147483682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0.554" v="8" actId="26606"/>
          <pc:sldLayoutMkLst>
            <pc:docMk/>
            <pc:sldMasterMk cId="2621864340" sldId="2147483685"/>
            <pc:sldLayoutMk cId="1753326645" sldId="2147483683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0.554" v="8" actId="26606"/>
          <pc:sldLayoutMkLst>
            <pc:docMk/>
            <pc:sldMasterMk cId="2621864340" sldId="2147483685"/>
            <pc:sldLayoutMk cId="1177376503" sldId="2147483684"/>
          </pc:sldLayoutMkLst>
        </pc:sldLayoutChg>
        <pc:sldLayoutChg chg="add del replId">
          <pc:chgData name="CARMINE DI MANSO" userId="25ffba23-79a1-42ea-bb25-5c5589740de2" providerId="ADAL" clId="{B3CCA098-3E74-4298-8259-D314E9EB633A}" dt="2026-01-12T11:15:50.554" v="8" actId="26606"/>
          <pc:sldLayoutMkLst>
            <pc:docMk/>
            <pc:sldMasterMk cId="2621864340" sldId="2147483685"/>
            <pc:sldLayoutMk cId="420674103" sldId="2147483686"/>
          </pc:sldLayoutMkLst>
        </pc:sldLayoutChg>
        <pc:sldLayoutChg chg="add del replId">
          <pc:chgData name="CARMINE DI MANSO" userId="25ffba23-79a1-42ea-bb25-5c5589740de2" providerId="ADAL" clId="{B3CCA098-3E74-4298-8259-D314E9EB633A}" dt="2026-01-12T11:15:50.554" v="8" actId="26606"/>
          <pc:sldLayoutMkLst>
            <pc:docMk/>
            <pc:sldMasterMk cId="2621864340" sldId="2147483685"/>
            <pc:sldLayoutMk cId="2220959477" sldId="2147483687"/>
          </pc:sldLayoutMkLst>
        </pc:sldLayoutChg>
        <pc:sldLayoutChg chg="add del replId">
          <pc:chgData name="CARMINE DI MANSO" userId="25ffba23-79a1-42ea-bb25-5c5589740de2" providerId="ADAL" clId="{B3CCA098-3E74-4298-8259-D314E9EB633A}" dt="2026-01-12T11:15:50.554" v="8" actId="26606"/>
          <pc:sldLayoutMkLst>
            <pc:docMk/>
            <pc:sldMasterMk cId="2621864340" sldId="2147483685"/>
            <pc:sldLayoutMk cId="1548788662" sldId="2147483688"/>
          </pc:sldLayoutMkLst>
        </pc:sldLayoutChg>
        <pc:sldLayoutChg chg="add del replId">
          <pc:chgData name="CARMINE DI MANSO" userId="25ffba23-79a1-42ea-bb25-5c5589740de2" providerId="ADAL" clId="{B3CCA098-3E74-4298-8259-D314E9EB633A}" dt="2026-01-12T11:15:50.554" v="8" actId="26606"/>
          <pc:sldLayoutMkLst>
            <pc:docMk/>
            <pc:sldMasterMk cId="2621864340" sldId="2147483685"/>
            <pc:sldLayoutMk cId="3744492931" sldId="2147483689"/>
          </pc:sldLayoutMkLst>
        </pc:sldLayoutChg>
      </pc:sldMasterChg>
      <pc:sldMasterChg chg="del delSldLayout">
        <pc:chgData name="CARMINE DI MANSO" userId="25ffba23-79a1-42ea-bb25-5c5589740de2" providerId="ADAL" clId="{B3CCA098-3E74-4298-8259-D314E9EB633A}" dt="2026-01-12T11:17:21.873" v="35" actId="26606"/>
        <pc:sldMasterMkLst>
          <pc:docMk/>
          <pc:sldMasterMk cId="2373292119" sldId="2147483696"/>
        </pc:sldMasterMkLst>
        <pc:sldLayoutChg chg="del">
          <pc:chgData name="CARMINE DI MANSO" userId="25ffba23-79a1-42ea-bb25-5c5589740de2" providerId="ADAL" clId="{B3CCA098-3E74-4298-8259-D314E9EB633A}" dt="2026-01-12T11:17:21.873" v="35" actId="26606"/>
          <pc:sldLayoutMkLst>
            <pc:docMk/>
            <pc:sldMasterMk cId="2373292119" sldId="2147483696"/>
            <pc:sldLayoutMk cId="3044290459" sldId="2147483697"/>
          </pc:sldLayoutMkLst>
        </pc:sldLayoutChg>
        <pc:sldLayoutChg chg="del">
          <pc:chgData name="CARMINE DI MANSO" userId="25ffba23-79a1-42ea-bb25-5c5589740de2" providerId="ADAL" clId="{B3CCA098-3E74-4298-8259-D314E9EB633A}" dt="2026-01-12T11:17:21.873" v="35" actId="26606"/>
          <pc:sldLayoutMkLst>
            <pc:docMk/>
            <pc:sldMasterMk cId="2373292119" sldId="2147483696"/>
            <pc:sldLayoutMk cId="4095567711" sldId="2147483698"/>
          </pc:sldLayoutMkLst>
        </pc:sldLayoutChg>
        <pc:sldLayoutChg chg="del">
          <pc:chgData name="CARMINE DI MANSO" userId="25ffba23-79a1-42ea-bb25-5c5589740de2" providerId="ADAL" clId="{B3CCA098-3E74-4298-8259-D314E9EB633A}" dt="2026-01-12T11:17:21.873" v="35" actId="26606"/>
          <pc:sldLayoutMkLst>
            <pc:docMk/>
            <pc:sldMasterMk cId="2373292119" sldId="2147483696"/>
            <pc:sldLayoutMk cId="2726200639" sldId="2147483699"/>
          </pc:sldLayoutMkLst>
        </pc:sldLayoutChg>
        <pc:sldLayoutChg chg="del">
          <pc:chgData name="CARMINE DI MANSO" userId="25ffba23-79a1-42ea-bb25-5c5589740de2" providerId="ADAL" clId="{B3CCA098-3E74-4298-8259-D314E9EB633A}" dt="2026-01-12T11:17:21.873" v="35" actId="26606"/>
          <pc:sldLayoutMkLst>
            <pc:docMk/>
            <pc:sldMasterMk cId="2373292119" sldId="2147483696"/>
            <pc:sldLayoutMk cId="3581500463" sldId="2147483700"/>
          </pc:sldLayoutMkLst>
        </pc:sldLayoutChg>
        <pc:sldLayoutChg chg="del">
          <pc:chgData name="CARMINE DI MANSO" userId="25ffba23-79a1-42ea-bb25-5c5589740de2" providerId="ADAL" clId="{B3CCA098-3E74-4298-8259-D314E9EB633A}" dt="2026-01-12T11:17:21.873" v="35" actId="26606"/>
          <pc:sldLayoutMkLst>
            <pc:docMk/>
            <pc:sldMasterMk cId="2373292119" sldId="2147483696"/>
            <pc:sldLayoutMk cId="1939924345" sldId="2147483701"/>
          </pc:sldLayoutMkLst>
        </pc:sldLayoutChg>
        <pc:sldLayoutChg chg="del">
          <pc:chgData name="CARMINE DI MANSO" userId="25ffba23-79a1-42ea-bb25-5c5589740de2" providerId="ADAL" clId="{B3CCA098-3E74-4298-8259-D314E9EB633A}" dt="2026-01-12T11:17:21.873" v="35" actId="26606"/>
          <pc:sldLayoutMkLst>
            <pc:docMk/>
            <pc:sldMasterMk cId="2373292119" sldId="2147483696"/>
            <pc:sldLayoutMk cId="1785754746" sldId="2147483702"/>
          </pc:sldLayoutMkLst>
        </pc:sldLayoutChg>
        <pc:sldLayoutChg chg="del">
          <pc:chgData name="CARMINE DI MANSO" userId="25ffba23-79a1-42ea-bb25-5c5589740de2" providerId="ADAL" clId="{B3CCA098-3E74-4298-8259-D314E9EB633A}" dt="2026-01-12T11:17:21.873" v="35" actId="26606"/>
          <pc:sldLayoutMkLst>
            <pc:docMk/>
            <pc:sldMasterMk cId="2373292119" sldId="2147483696"/>
            <pc:sldLayoutMk cId="1712595763" sldId="2147483703"/>
          </pc:sldLayoutMkLst>
        </pc:sldLayoutChg>
        <pc:sldLayoutChg chg="del">
          <pc:chgData name="CARMINE DI MANSO" userId="25ffba23-79a1-42ea-bb25-5c5589740de2" providerId="ADAL" clId="{B3CCA098-3E74-4298-8259-D314E9EB633A}" dt="2026-01-12T11:17:21.873" v="35" actId="26606"/>
          <pc:sldLayoutMkLst>
            <pc:docMk/>
            <pc:sldMasterMk cId="2373292119" sldId="2147483696"/>
            <pc:sldLayoutMk cId="3906100533" sldId="2147483704"/>
          </pc:sldLayoutMkLst>
        </pc:sldLayoutChg>
        <pc:sldLayoutChg chg="del">
          <pc:chgData name="CARMINE DI MANSO" userId="25ffba23-79a1-42ea-bb25-5c5589740de2" providerId="ADAL" clId="{B3CCA098-3E74-4298-8259-D314E9EB633A}" dt="2026-01-12T11:17:21.873" v="35" actId="26606"/>
          <pc:sldLayoutMkLst>
            <pc:docMk/>
            <pc:sldMasterMk cId="2373292119" sldId="2147483696"/>
            <pc:sldLayoutMk cId="2696555898" sldId="2147483705"/>
          </pc:sldLayoutMkLst>
        </pc:sldLayoutChg>
        <pc:sldLayoutChg chg="del">
          <pc:chgData name="CARMINE DI MANSO" userId="25ffba23-79a1-42ea-bb25-5c5589740de2" providerId="ADAL" clId="{B3CCA098-3E74-4298-8259-D314E9EB633A}" dt="2026-01-12T11:17:21.873" v="35" actId="26606"/>
          <pc:sldLayoutMkLst>
            <pc:docMk/>
            <pc:sldMasterMk cId="2373292119" sldId="2147483696"/>
            <pc:sldLayoutMk cId="2254644408" sldId="2147483706"/>
          </pc:sldLayoutMkLst>
        </pc:sldLayoutChg>
        <pc:sldLayoutChg chg="del">
          <pc:chgData name="CARMINE DI MANSO" userId="25ffba23-79a1-42ea-bb25-5c5589740de2" providerId="ADAL" clId="{B3CCA098-3E74-4298-8259-D314E9EB633A}" dt="2026-01-12T11:17:21.873" v="35" actId="26606"/>
          <pc:sldLayoutMkLst>
            <pc:docMk/>
            <pc:sldMasterMk cId="2373292119" sldId="2147483696"/>
            <pc:sldLayoutMk cId="2509414894" sldId="2147483707"/>
          </pc:sldLayoutMkLst>
        </pc:sldLayoutChg>
        <pc:sldLayoutChg chg="del">
          <pc:chgData name="CARMINE DI MANSO" userId="25ffba23-79a1-42ea-bb25-5c5589740de2" providerId="ADAL" clId="{B3CCA098-3E74-4298-8259-D314E9EB633A}" dt="2026-01-12T11:17:21.873" v="35" actId="26606"/>
          <pc:sldLayoutMkLst>
            <pc:docMk/>
            <pc:sldMasterMk cId="2373292119" sldId="2147483696"/>
            <pc:sldLayoutMk cId="2687172023" sldId="2147483708"/>
          </pc:sldLayoutMkLst>
        </pc:sldLayoutChg>
        <pc:sldLayoutChg chg="del">
          <pc:chgData name="CARMINE DI MANSO" userId="25ffba23-79a1-42ea-bb25-5c5589740de2" providerId="ADAL" clId="{B3CCA098-3E74-4298-8259-D314E9EB633A}" dt="2026-01-12T11:17:21.873" v="35" actId="26606"/>
          <pc:sldLayoutMkLst>
            <pc:docMk/>
            <pc:sldMasterMk cId="2373292119" sldId="2147483696"/>
            <pc:sldLayoutMk cId="1635860974" sldId="2147483709"/>
          </pc:sldLayoutMkLst>
        </pc:sldLayoutChg>
        <pc:sldLayoutChg chg="del">
          <pc:chgData name="CARMINE DI MANSO" userId="25ffba23-79a1-42ea-bb25-5c5589740de2" providerId="ADAL" clId="{B3CCA098-3E74-4298-8259-D314E9EB633A}" dt="2026-01-12T11:17:21.873" v="35" actId="26606"/>
          <pc:sldLayoutMkLst>
            <pc:docMk/>
            <pc:sldMasterMk cId="2373292119" sldId="2147483696"/>
            <pc:sldLayoutMk cId="2045543707" sldId="2147483710"/>
          </pc:sldLayoutMkLst>
        </pc:sldLayoutChg>
        <pc:sldLayoutChg chg="del">
          <pc:chgData name="CARMINE DI MANSO" userId="25ffba23-79a1-42ea-bb25-5c5589740de2" providerId="ADAL" clId="{B3CCA098-3E74-4298-8259-D314E9EB633A}" dt="2026-01-12T11:17:21.873" v="35" actId="26606"/>
          <pc:sldLayoutMkLst>
            <pc:docMk/>
            <pc:sldMasterMk cId="2373292119" sldId="2147483696"/>
            <pc:sldLayoutMk cId="831963957" sldId="2147483711"/>
          </pc:sldLayoutMkLst>
        </pc:sldLayoutChg>
        <pc:sldLayoutChg chg="del">
          <pc:chgData name="CARMINE DI MANSO" userId="25ffba23-79a1-42ea-bb25-5c5589740de2" providerId="ADAL" clId="{B3CCA098-3E74-4298-8259-D314E9EB633A}" dt="2026-01-12T11:17:21.873" v="35" actId="26606"/>
          <pc:sldLayoutMkLst>
            <pc:docMk/>
            <pc:sldMasterMk cId="2373292119" sldId="2147483696"/>
            <pc:sldLayoutMk cId="1484979358" sldId="2147483712"/>
          </pc:sldLayoutMkLst>
        </pc:sldLayoutChg>
        <pc:sldLayoutChg chg="del">
          <pc:chgData name="CARMINE DI MANSO" userId="25ffba23-79a1-42ea-bb25-5c5589740de2" providerId="ADAL" clId="{B3CCA098-3E74-4298-8259-D314E9EB633A}" dt="2026-01-12T11:17:21.873" v="35" actId="26606"/>
          <pc:sldLayoutMkLst>
            <pc:docMk/>
            <pc:sldMasterMk cId="2373292119" sldId="2147483696"/>
            <pc:sldLayoutMk cId="3358358887" sldId="2147483713"/>
          </pc:sldLayoutMkLst>
        </pc:sldLayoutChg>
      </pc:sldMasterChg>
      <pc:sldMasterChg chg="add del addSldLayout delSldLayout">
        <pc:chgData name="CARMINE DI MANSO" userId="25ffba23-79a1-42ea-bb25-5c5589740de2" providerId="ADAL" clId="{B3CCA098-3E74-4298-8259-D314E9EB633A}" dt="2026-01-12T11:16:05.761" v="18" actId="26606"/>
        <pc:sldMasterMkLst>
          <pc:docMk/>
          <pc:sldMasterMk cId="1325821840" sldId="2147483698"/>
        </pc:sldMasterMkLst>
        <pc:sldLayoutChg chg="add del">
          <pc:chgData name="CARMINE DI MANSO" userId="25ffba23-79a1-42ea-bb25-5c5589740de2" providerId="ADAL" clId="{B3CCA098-3E74-4298-8259-D314E9EB633A}" dt="2026-01-12T11:16:05.761" v="18" actId="26606"/>
          <pc:sldLayoutMkLst>
            <pc:docMk/>
            <pc:sldMasterMk cId="1325821840" sldId="2147483698"/>
            <pc:sldLayoutMk cId="1915908545" sldId="2147483687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5.761" v="18" actId="26606"/>
          <pc:sldLayoutMkLst>
            <pc:docMk/>
            <pc:sldMasterMk cId="1325821840" sldId="2147483698"/>
            <pc:sldLayoutMk cId="1804199490" sldId="2147483688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5.761" v="18" actId="26606"/>
          <pc:sldLayoutMkLst>
            <pc:docMk/>
            <pc:sldMasterMk cId="1325821840" sldId="2147483698"/>
            <pc:sldLayoutMk cId="2853537237" sldId="2147483689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5.761" v="18" actId="26606"/>
          <pc:sldLayoutMkLst>
            <pc:docMk/>
            <pc:sldMasterMk cId="1325821840" sldId="2147483698"/>
            <pc:sldLayoutMk cId="484570099" sldId="2147483690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5.761" v="18" actId="26606"/>
          <pc:sldLayoutMkLst>
            <pc:docMk/>
            <pc:sldMasterMk cId="1325821840" sldId="2147483698"/>
            <pc:sldLayoutMk cId="3993890825" sldId="2147483691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5.761" v="18" actId="26606"/>
          <pc:sldLayoutMkLst>
            <pc:docMk/>
            <pc:sldMasterMk cId="1325821840" sldId="2147483698"/>
            <pc:sldLayoutMk cId="1814332222" sldId="2147483692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5.761" v="18" actId="26606"/>
          <pc:sldLayoutMkLst>
            <pc:docMk/>
            <pc:sldMasterMk cId="1325821840" sldId="2147483698"/>
            <pc:sldLayoutMk cId="3900240333" sldId="2147483693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5.761" v="18" actId="26606"/>
          <pc:sldLayoutMkLst>
            <pc:docMk/>
            <pc:sldMasterMk cId="1325821840" sldId="2147483698"/>
            <pc:sldLayoutMk cId="3936581946" sldId="2147483694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5.761" v="18" actId="26606"/>
          <pc:sldLayoutMkLst>
            <pc:docMk/>
            <pc:sldMasterMk cId="1325821840" sldId="2147483698"/>
            <pc:sldLayoutMk cId="995662672" sldId="2147483695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5.761" v="18" actId="26606"/>
          <pc:sldLayoutMkLst>
            <pc:docMk/>
            <pc:sldMasterMk cId="1325821840" sldId="2147483698"/>
            <pc:sldLayoutMk cId="898453500" sldId="2147483696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5.761" v="18" actId="26606"/>
          <pc:sldLayoutMkLst>
            <pc:docMk/>
            <pc:sldMasterMk cId="1325821840" sldId="2147483698"/>
            <pc:sldLayoutMk cId="460095061" sldId="2147483697"/>
          </pc:sldLayoutMkLst>
        </pc:sldLayoutChg>
      </pc:sldMasterChg>
      <pc:sldMasterChg chg="add del addSldLayout delSldLayout">
        <pc:chgData name="CARMINE DI MANSO" userId="25ffba23-79a1-42ea-bb25-5c5589740de2" providerId="ADAL" clId="{B3CCA098-3E74-4298-8259-D314E9EB633A}" dt="2026-01-12T11:15:52.723" v="10" actId="26606"/>
        <pc:sldMasterMkLst>
          <pc:docMk/>
          <pc:sldMasterMk cId="1385036465" sldId="2147483698"/>
        </pc:sldMasterMkLst>
        <pc:sldLayoutChg chg="add del">
          <pc:chgData name="CARMINE DI MANSO" userId="25ffba23-79a1-42ea-bb25-5c5589740de2" providerId="ADAL" clId="{B3CCA098-3E74-4298-8259-D314E9EB633A}" dt="2026-01-12T11:15:52.723" v="10" actId="26606"/>
          <pc:sldLayoutMkLst>
            <pc:docMk/>
            <pc:sldMasterMk cId="1385036465" sldId="2147483698"/>
            <pc:sldLayoutMk cId="2924609697" sldId="2147483687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2.723" v="10" actId="26606"/>
          <pc:sldLayoutMkLst>
            <pc:docMk/>
            <pc:sldMasterMk cId="1385036465" sldId="2147483698"/>
            <pc:sldLayoutMk cId="556420397" sldId="2147483688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2.723" v="10" actId="26606"/>
          <pc:sldLayoutMkLst>
            <pc:docMk/>
            <pc:sldMasterMk cId="1385036465" sldId="2147483698"/>
            <pc:sldLayoutMk cId="1706969272" sldId="2147483689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2.723" v="10" actId="26606"/>
          <pc:sldLayoutMkLst>
            <pc:docMk/>
            <pc:sldMasterMk cId="1385036465" sldId="2147483698"/>
            <pc:sldLayoutMk cId="4242889744" sldId="2147483690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2.723" v="10" actId="26606"/>
          <pc:sldLayoutMkLst>
            <pc:docMk/>
            <pc:sldMasterMk cId="1385036465" sldId="2147483698"/>
            <pc:sldLayoutMk cId="1181683411" sldId="2147483691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2.723" v="10" actId="26606"/>
          <pc:sldLayoutMkLst>
            <pc:docMk/>
            <pc:sldMasterMk cId="1385036465" sldId="2147483698"/>
            <pc:sldLayoutMk cId="220017530" sldId="2147483692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2.723" v="10" actId="26606"/>
          <pc:sldLayoutMkLst>
            <pc:docMk/>
            <pc:sldMasterMk cId="1385036465" sldId="2147483698"/>
            <pc:sldLayoutMk cId="366062403" sldId="2147483693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2.723" v="10" actId="26606"/>
          <pc:sldLayoutMkLst>
            <pc:docMk/>
            <pc:sldMasterMk cId="1385036465" sldId="2147483698"/>
            <pc:sldLayoutMk cId="1966174230" sldId="2147483694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2.723" v="10" actId="26606"/>
          <pc:sldLayoutMkLst>
            <pc:docMk/>
            <pc:sldMasterMk cId="1385036465" sldId="2147483698"/>
            <pc:sldLayoutMk cId="965090486" sldId="2147483695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2.723" v="10" actId="26606"/>
          <pc:sldLayoutMkLst>
            <pc:docMk/>
            <pc:sldMasterMk cId="1385036465" sldId="2147483698"/>
            <pc:sldLayoutMk cId="1714252751" sldId="2147483696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2.723" v="10" actId="26606"/>
          <pc:sldLayoutMkLst>
            <pc:docMk/>
            <pc:sldMasterMk cId="1385036465" sldId="2147483698"/>
            <pc:sldLayoutMk cId="1409633411" sldId="2147483697"/>
          </pc:sldLayoutMkLst>
        </pc:sldLayoutChg>
      </pc:sldMasterChg>
      <pc:sldMasterChg chg="add del addSldLayout delSldLayout">
        <pc:chgData name="CARMINE DI MANSO" userId="25ffba23-79a1-42ea-bb25-5c5589740de2" providerId="ADAL" clId="{B3CCA098-3E74-4298-8259-D314E9EB633A}" dt="2026-01-12T11:16:12.797" v="25" actId="26606"/>
        <pc:sldMasterMkLst>
          <pc:docMk/>
          <pc:sldMasterMk cId="1560054072" sldId="2147483711"/>
        </pc:sldMasterMkLst>
        <pc:sldLayoutChg chg="add del">
          <pc:chgData name="CARMINE DI MANSO" userId="25ffba23-79a1-42ea-bb25-5c5589740de2" providerId="ADAL" clId="{B3CCA098-3E74-4298-8259-D314E9EB633A}" dt="2026-01-12T11:16:12.797" v="25" actId="26606"/>
          <pc:sldLayoutMkLst>
            <pc:docMk/>
            <pc:sldMasterMk cId="1560054072" sldId="2147483711"/>
            <pc:sldLayoutMk cId="18033952" sldId="2147483700"/>
          </pc:sldLayoutMkLst>
        </pc:sldLayoutChg>
        <pc:sldLayoutChg chg="add del">
          <pc:chgData name="CARMINE DI MANSO" userId="25ffba23-79a1-42ea-bb25-5c5589740de2" providerId="ADAL" clId="{B3CCA098-3E74-4298-8259-D314E9EB633A}" dt="2026-01-12T11:16:12.797" v="25" actId="26606"/>
          <pc:sldLayoutMkLst>
            <pc:docMk/>
            <pc:sldMasterMk cId="1560054072" sldId="2147483711"/>
            <pc:sldLayoutMk cId="2659993535" sldId="2147483701"/>
          </pc:sldLayoutMkLst>
        </pc:sldLayoutChg>
        <pc:sldLayoutChg chg="add del">
          <pc:chgData name="CARMINE DI MANSO" userId="25ffba23-79a1-42ea-bb25-5c5589740de2" providerId="ADAL" clId="{B3CCA098-3E74-4298-8259-D314E9EB633A}" dt="2026-01-12T11:16:12.797" v="25" actId="26606"/>
          <pc:sldLayoutMkLst>
            <pc:docMk/>
            <pc:sldMasterMk cId="1560054072" sldId="2147483711"/>
            <pc:sldLayoutMk cId="2030803882" sldId="2147483702"/>
          </pc:sldLayoutMkLst>
        </pc:sldLayoutChg>
        <pc:sldLayoutChg chg="add del">
          <pc:chgData name="CARMINE DI MANSO" userId="25ffba23-79a1-42ea-bb25-5c5589740de2" providerId="ADAL" clId="{B3CCA098-3E74-4298-8259-D314E9EB633A}" dt="2026-01-12T11:16:12.797" v="25" actId="26606"/>
          <pc:sldLayoutMkLst>
            <pc:docMk/>
            <pc:sldMasterMk cId="1560054072" sldId="2147483711"/>
            <pc:sldLayoutMk cId="1448575217" sldId="2147483703"/>
          </pc:sldLayoutMkLst>
        </pc:sldLayoutChg>
        <pc:sldLayoutChg chg="add del">
          <pc:chgData name="CARMINE DI MANSO" userId="25ffba23-79a1-42ea-bb25-5c5589740de2" providerId="ADAL" clId="{B3CCA098-3E74-4298-8259-D314E9EB633A}" dt="2026-01-12T11:16:12.797" v="25" actId="26606"/>
          <pc:sldLayoutMkLst>
            <pc:docMk/>
            <pc:sldMasterMk cId="1560054072" sldId="2147483711"/>
            <pc:sldLayoutMk cId="2938537356" sldId="2147483704"/>
          </pc:sldLayoutMkLst>
        </pc:sldLayoutChg>
        <pc:sldLayoutChg chg="add del">
          <pc:chgData name="CARMINE DI MANSO" userId="25ffba23-79a1-42ea-bb25-5c5589740de2" providerId="ADAL" clId="{B3CCA098-3E74-4298-8259-D314E9EB633A}" dt="2026-01-12T11:16:12.797" v="25" actId="26606"/>
          <pc:sldLayoutMkLst>
            <pc:docMk/>
            <pc:sldMasterMk cId="1560054072" sldId="2147483711"/>
            <pc:sldLayoutMk cId="1480313118" sldId="2147483705"/>
          </pc:sldLayoutMkLst>
        </pc:sldLayoutChg>
        <pc:sldLayoutChg chg="add del">
          <pc:chgData name="CARMINE DI MANSO" userId="25ffba23-79a1-42ea-bb25-5c5589740de2" providerId="ADAL" clId="{B3CCA098-3E74-4298-8259-D314E9EB633A}" dt="2026-01-12T11:16:12.797" v="25" actId="26606"/>
          <pc:sldLayoutMkLst>
            <pc:docMk/>
            <pc:sldMasterMk cId="1560054072" sldId="2147483711"/>
            <pc:sldLayoutMk cId="1816543525" sldId="2147483706"/>
          </pc:sldLayoutMkLst>
        </pc:sldLayoutChg>
        <pc:sldLayoutChg chg="add del">
          <pc:chgData name="CARMINE DI MANSO" userId="25ffba23-79a1-42ea-bb25-5c5589740de2" providerId="ADAL" clId="{B3CCA098-3E74-4298-8259-D314E9EB633A}" dt="2026-01-12T11:16:12.797" v="25" actId="26606"/>
          <pc:sldLayoutMkLst>
            <pc:docMk/>
            <pc:sldMasterMk cId="1560054072" sldId="2147483711"/>
            <pc:sldLayoutMk cId="575168585" sldId="2147483707"/>
          </pc:sldLayoutMkLst>
        </pc:sldLayoutChg>
        <pc:sldLayoutChg chg="add del">
          <pc:chgData name="CARMINE DI MANSO" userId="25ffba23-79a1-42ea-bb25-5c5589740de2" providerId="ADAL" clId="{B3CCA098-3E74-4298-8259-D314E9EB633A}" dt="2026-01-12T11:16:12.797" v="25" actId="26606"/>
          <pc:sldLayoutMkLst>
            <pc:docMk/>
            <pc:sldMasterMk cId="1560054072" sldId="2147483711"/>
            <pc:sldLayoutMk cId="2018987459" sldId="2147483708"/>
          </pc:sldLayoutMkLst>
        </pc:sldLayoutChg>
        <pc:sldLayoutChg chg="add del">
          <pc:chgData name="CARMINE DI MANSO" userId="25ffba23-79a1-42ea-bb25-5c5589740de2" providerId="ADAL" clId="{B3CCA098-3E74-4298-8259-D314E9EB633A}" dt="2026-01-12T11:16:12.797" v="25" actId="26606"/>
          <pc:sldLayoutMkLst>
            <pc:docMk/>
            <pc:sldMasterMk cId="1560054072" sldId="2147483711"/>
            <pc:sldLayoutMk cId="2245227509" sldId="2147483709"/>
          </pc:sldLayoutMkLst>
        </pc:sldLayoutChg>
        <pc:sldLayoutChg chg="add del">
          <pc:chgData name="CARMINE DI MANSO" userId="25ffba23-79a1-42ea-bb25-5c5589740de2" providerId="ADAL" clId="{B3CCA098-3E74-4298-8259-D314E9EB633A}" dt="2026-01-12T11:16:12.797" v="25" actId="26606"/>
          <pc:sldLayoutMkLst>
            <pc:docMk/>
            <pc:sldMasterMk cId="1560054072" sldId="2147483711"/>
            <pc:sldLayoutMk cId="1903727932" sldId="2147483710"/>
          </pc:sldLayoutMkLst>
        </pc:sldLayoutChg>
      </pc:sldMasterChg>
      <pc:sldMasterChg chg="add del addSldLayout delSldLayout">
        <pc:chgData name="CARMINE DI MANSO" userId="25ffba23-79a1-42ea-bb25-5c5589740de2" providerId="ADAL" clId="{B3CCA098-3E74-4298-8259-D314E9EB633A}" dt="2026-01-12T11:15:59.249" v="12" actId="26606"/>
        <pc:sldMasterMkLst>
          <pc:docMk/>
          <pc:sldMasterMk cId="1771614505" sldId="2147483711"/>
        </pc:sldMasterMkLst>
        <pc:sldLayoutChg chg="add del">
          <pc:chgData name="CARMINE DI MANSO" userId="25ffba23-79a1-42ea-bb25-5c5589740de2" providerId="ADAL" clId="{B3CCA098-3E74-4298-8259-D314E9EB633A}" dt="2026-01-12T11:15:59.249" v="12" actId="26606"/>
          <pc:sldLayoutMkLst>
            <pc:docMk/>
            <pc:sldMasterMk cId="1771614505" sldId="2147483711"/>
            <pc:sldLayoutMk cId="607623461" sldId="2147483700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9.249" v="12" actId="26606"/>
          <pc:sldLayoutMkLst>
            <pc:docMk/>
            <pc:sldMasterMk cId="1771614505" sldId="2147483711"/>
            <pc:sldLayoutMk cId="1045626499" sldId="2147483701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9.249" v="12" actId="26606"/>
          <pc:sldLayoutMkLst>
            <pc:docMk/>
            <pc:sldMasterMk cId="1771614505" sldId="2147483711"/>
            <pc:sldLayoutMk cId="1195007951" sldId="2147483702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9.249" v="12" actId="26606"/>
          <pc:sldLayoutMkLst>
            <pc:docMk/>
            <pc:sldMasterMk cId="1771614505" sldId="2147483711"/>
            <pc:sldLayoutMk cId="2703899443" sldId="2147483703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9.249" v="12" actId="26606"/>
          <pc:sldLayoutMkLst>
            <pc:docMk/>
            <pc:sldMasterMk cId="1771614505" sldId="2147483711"/>
            <pc:sldLayoutMk cId="1941532570" sldId="2147483704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9.249" v="12" actId="26606"/>
          <pc:sldLayoutMkLst>
            <pc:docMk/>
            <pc:sldMasterMk cId="1771614505" sldId="2147483711"/>
            <pc:sldLayoutMk cId="4119951374" sldId="2147483705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9.249" v="12" actId="26606"/>
          <pc:sldLayoutMkLst>
            <pc:docMk/>
            <pc:sldMasterMk cId="1771614505" sldId="2147483711"/>
            <pc:sldLayoutMk cId="3330200261" sldId="2147483706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9.249" v="12" actId="26606"/>
          <pc:sldLayoutMkLst>
            <pc:docMk/>
            <pc:sldMasterMk cId="1771614505" sldId="2147483711"/>
            <pc:sldLayoutMk cId="1237512938" sldId="2147483707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9.249" v="12" actId="26606"/>
          <pc:sldLayoutMkLst>
            <pc:docMk/>
            <pc:sldMasterMk cId="1771614505" sldId="2147483711"/>
            <pc:sldLayoutMk cId="4056928124" sldId="2147483708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9.249" v="12" actId="26606"/>
          <pc:sldLayoutMkLst>
            <pc:docMk/>
            <pc:sldMasterMk cId="1771614505" sldId="2147483711"/>
            <pc:sldLayoutMk cId="2048084596" sldId="2147483709"/>
          </pc:sldLayoutMkLst>
        </pc:sldLayoutChg>
        <pc:sldLayoutChg chg="add del">
          <pc:chgData name="CARMINE DI MANSO" userId="25ffba23-79a1-42ea-bb25-5c5589740de2" providerId="ADAL" clId="{B3CCA098-3E74-4298-8259-D314E9EB633A}" dt="2026-01-12T11:15:59.249" v="12" actId="26606"/>
          <pc:sldLayoutMkLst>
            <pc:docMk/>
            <pc:sldMasterMk cId="1771614505" sldId="2147483711"/>
            <pc:sldLayoutMk cId="1654234232" sldId="2147483710"/>
          </pc:sldLayoutMkLst>
        </pc:sldLayoutChg>
      </pc:sldMasterChg>
      <pc:sldMasterChg chg="add del addSldLayout delSldLayout">
        <pc:chgData name="CARMINE DI MANSO" userId="25ffba23-79a1-42ea-bb25-5c5589740de2" providerId="ADAL" clId="{B3CCA098-3E74-4298-8259-D314E9EB633A}" dt="2026-01-12T11:16:09.047" v="23" actId="26606"/>
        <pc:sldMasterMkLst>
          <pc:docMk/>
          <pc:sldMasterMk cId="502265439" sldId="2147483724"/>
        </pc:sldMasterMkLst>
        <pc:sldLayoutChg chg="add del">
          <pc:chgData name="CARMINE DI MANSO" userId="25ffba23-79a1-42ea-bb25-5c5589740de2" providerId="ADAL" clId="{B3CCA098-3E74-4298-8259-D314E9EB633A}" dt="2026-01-12T11:16:09.047" v="23" actId="26606"/>
          <pc:sldLayoutMkLst>
            <pc:docMk/>
            <pc:sldMasterMk cId="502265439" sldId="2147483724"/>
            <pc:sldLayoutMk cId="2837679914" sldId="2147483713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9.047" v="23" actId="26606"/>
          <pc:sldLayoutMkLst>
            <pc:docMk/>
            <pc:sldMasterMk cId="502265439" sldId="2147483724"/>
            <pc:sldLayoutMk cId="3414502426" sldId="2147483714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9.047" v="23" actId="26606"/>
          <pc:sldLayoutMkLst>
            <pc:docMk/>
            <pc:sldMasterMk cId="502265439" sldId="2147483724"/>
            <pc:sldLayoutMk cId="2786678638" sldId="2147483715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9.047" v="23" actId="26606"/>
          <pc:sldLayoutMkLst>
            <pc:docMk/>
            <pc:sldMasterMk cId="502265439" sldId="2147483724"/>
            <pc:sldLayoutMk cId="3978168354" sldId="2147483716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9.047" v="23" actId="26606"/>
          <pc:sldLayoutMkLst>
            <pc:docMk/>
            <pc:sldMasterMk cId="502265439" sldId="2147483724"/>
            <pc:sldLayoutMk cId="390740048" sldId="2147483717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9.047" v="23" actId="26606"/>
          <pc:sldLayoutMkLst>
            <pc:docMk/>
            <pc:sldMasterMk cId="502265439" sldId="2147483724"/>
            <pc:sldLayoutMk cId="3250269547" sldId="2147483718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9.047" v="23" actId="26606"/>
          <pc:sldLayoutMkLst>
            <pc:docMk/>
            <pc:sldMasterMk cId="502265439" sldId="2147483724"/>
            <pc:sldLayoutMk cId="66052058" sldId="2147483719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9.047" v="23" actId="26606"/>
          <pc:sldLayoutMkLst>
            <pc:docMk/>
            <pc:sldMasterMk cId="502265439" sldId="2147483724"/>
            <pc:sldLayoutMk cId="3878328832" sldId="2147483720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9.047" v="23" actId="26606"/>
          <pc:sldLayoutMkLst>
            <pc:docMk/>
            <pc:sldMasterMk cId="502265439" sldId="2147483724"/>
            <pc:sldLayoutMk cId="3934139046" sldId="2147483721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9.047" v="23" actId="26606"/>
          <pc:sldLayoutMkLst>
            <pc:docMk/>
            <pc:sldMasterMk cId="502265439" sldId="2147483724"/>
            <pc:sldLayoutMk cId="838011174" sldId="2147483722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9.047" v="23" actId="26606"/>
          <pc:sldLayoutMkLst>
            <pc:docMk/>
            <pc:sldMasterMk cId="502265439" sldId="2147483724"/>
            <pc:sldLayoutMk cId="1302594181" sldId="2147483723"/>
          </pc:sldLayoutMkLst>
        </pc:sldLayoutChg>
      </pc:sldMasterChg>
      <pc:sldMasterChg chg="add del addSldLayout delSldLayout">
        <pc:chgData name="CARMINE DI MANSO" userId="25ffba23-79a1-42ea-bb25-5c5589740de2" providerId="ADAL" clId="{B3CCA098-3E74-4298-8259-D314E9EB633A}" dt="2026-01-12T11:15:33.438" v="2" actId="26606"/>
        <pc:sldMasterMkLst>
          <pc:docMk/>
          <pc:sldMasterMk cId="3320286618" sldId="2147483724"/>
        </pc:sldMasterMkLst>
        <pc:sldLayoutChg chg="add del">
          <pc:chgData name="CARMINE DI MANSO" userId="25ffba23-79a1-42ea-bb25-5c5589740de2" providerId="ADAL" clId="{B3CCA098-3E74-4298-8259-D314E9EB633A}" dt="2026-01-12T11:15:33.438" v="2" actId="26606"/>
          <pc:sldLayoutMkLst>
            <pc:docMk/>
            <pc:sldMasterMk cId="3320286618" sldId="2147483724"/>
            <pc:sldLayoutMk cId="459645680" sldId="2147483713"/>
          </pc:sldLayoutMkLst>
        </pc:sldLayoutChg>
        <pc:sldLayoutChg chg="add del">
          <pc:chgData name="CARMINE DI MANSO" userId="25ffba23-79a1-42ea-bb25-5c5589740de2" providerId="ADAL" clId="{B3CCA098-3E74-4298-8259-D314E9EB633A}" dt="2026-01-12T11:15:33.438" v="2" actId="26606"/>
          <pc:sldLayoutMkLst>
            <pc:docMk/>
            <pc:sldMasterMk cId="3320286618" sldId="2147483724"/>
            <pc:sldLayoutMk cId="949905253" sldId="2147483714"/>
          </pc:sldLayoutMkLst>
        </pc:sldLayoutChg>
        <pc:sldLayoutChg chg="add del">
          <pc:chgData name="CARMINE DI MANSO" userId="25ffba23-79a1-42ea-bb25-5c5589740de2" providerId="ADAL" clId="{B3CCA098-3E74-4298-8259-D314E9EB633A}" dt="2026-01-12T11:15:33.438" v="2" actId="26606"/>
          <pc:sldLayoutMkLst>
            <pc:docMk/>
            <pc:sldMasterMk cId="3320286618" sldId="2147483724"/>
            <pc:sldLayoutMk cId="3386650740" sldId="2147483715"/>
          </pc:sldLayoutMkLst>
        </pc:sldLayoutChg>
        <pc:sldLayoutChg chg="add del">
          <pc:chgData name="CARMINE DI MANSO" userId="25ffba23-79a1-42ea-bb25-5c5589740de2" providerId="ADAL" clId="{B3CCA098-3E74-4298-8259-D314E9EB633A}" dt="2026-01-12T11:15:33.438" v="2" actId="26606"/>
          <pc:sldLayoutMkLst>
            <pc:docMk/>
            <pc:sldMasterMk cId="3320286618" sldId="2147483724"/>
            <pc:sldLayoutMk cId="140813439" sldId="2147483716"/>
          </pc:sldLayoutMkLst>
        </pc:sldLayoutChg>
        <pc:sldLayoutChg chg="add del">
          <pc:chgData name="CARMINE DI MANSO" userId="25ffba23-79a1-42ea-bb25-5c5589740de2" providerId="ADAL" clId="{B3CCA098-3E74-4298-8259-D314E9EB633A}" dt="2026-01-12T11:15:33.438" v="2" actId="26606"/>
          <pc:sldLayoutMkLst>
            <pc:docMk/>
            <pc:sldMasterMk cId="3320286618" sldId="2147483724"/>
            <pc:sldLayoutMk cId="1770839931" sldId="2147483717"/>
          </pc:sldLayoutMkLst>
        </pc:sldLayoutChg>
        <pc:sldLayoutChg chg="add del">
          <pc:chgData name="CARMINE DI MANSO" userId="25ffba23-79a1-42ea-bb25-5c5589740de2" providerId="ADAL" clId="{B3CCA098-3E74-4298-8259-D314E9EB633A}" dt="2026-01-12T11:15:33.438" v="2" actId="26606"/>
          <pc:sldLayoutMkLst>
            <pc:docMk/>
            <pc:sldMasterMk cId="3320286618" sldId="2147483724"/>
            <pc:sldLayoutMk cId="2295609358" sldId="2147483718"/>
          </pc:sldLayoutMkLst>
        </pc:sldLayoutChg>
        <pc:sldLayoutChg chg="add del">
          <pc:chgData name="CARMINE DI MANSO" userId="25ffba23-79a1-42ea-bb25-5c5589740de2" providerId="ADAL" clId="{B3CCA098-3E74-4298-8259-D314E9EB633A}" dt="2026-01-12T11:15:33.438" v="2" actId="26606"/>
          <pc:sldLayoutMkLst>
            <pc:docMk/>
            <pc:sldMasterMk cId="3320286618" sldId="2147483724"/>
            <pc:sldLayoutMk cId="1249777061" sldId="2147483719"/>
          </pc:sldLayoutMkLst>
        </pc:sldLayoutChg>
        <pc:sldLayoutChg chg="add del">
          <pc:chgData name="CARMINE DI MANSO" userId="25ffba23-79a1-42ea-bb25-5c5589740de2" providerId="ADAL" clId="{B3CCA098-3E74-4298-8259-D314E9EB633A}" dt="2026-01-12T11:15:33.438" v="2" actId="26606"/>
          <pc:sldLayoutMkLst>
            <pc:docMk/>
            <pc:sldMasterMk cId="3320286618" sldId="2147483724"/>
            <pc:sldLayoutMk cId="3612073735" sldId="2147483720"/>
          </pc:sldLayoutMkLst>
        </pc:sldLayoutChg>
        <pc:sldLayoutChg chg="add del">
          <pc:chgData name="CARMINE DI MANSO" userId="25ffba23-79a1-42ea-bb25-5c5589740de2" providerId="ADAL" clId="{B3CCA098-3E74-4298-8259-D314E9EB633A}" dt="2026-01-12T11:15:33.438" v="2" actId="26606"/>
          <pc:sldLayoutMkLst>
            <pc:docMk/>
            <pc:sldMasterMk cId="3320286618" sldId="2147483724"/>
            <pc:sldLayoutMk cId="3780653980" sldId="2147483721"/>
          </pc:sldLayoutMkLst>
        </pc:sldLayoutChg>
        <pc:sldLayoutChg chg="add del">
          <pc:chgData name="CARMINE DI MANSO" userId="25ffba23-79a1-42ea-bb25-5c5589740de2" providerId="ADAL" clId="{B3CCA098-3E74-4298-8259-D314E9EB633A}" dt="2026-01-12T11:15:33.438" v="2" actId="26606"/>
          <pc:sldLayoutMkLst>
            <pc:docMk/>
            <pc:sldMasterMk cId="3320286618" sldId="2147483724"/>
            <pc:sldLayoutMk cId="3788074885" sldId="2147483722"/>
          </pc:sldLayoutMkLst>
        </pc:sldLayoutChg>
        <pc:sldLayoutChg chg="add del">
          <pc:chgData name="CARMINE DI MANSO" userId="25ffba23-79a1-42ea-bb25-5c5589740de2" providerId="ADAL" clId="{B3CCA098-3E74-4298-8259-D314E9EB633A}" dt="2026-01-12T11:15:33.438" v="2" actId="26606"/>
          <pc:sldLayoutMkLst>
            <pc:docMk/>
            <pc:sldMasterMk cId="3320286618" sldId="2147483724"/>
            <pc:sldLayoutMk cId="929015236" sldId="2147483723"/>
          </pc:sldLayoutMkLst>
        </pc:sldLayoutChg>
      </pc:sldMasterChg>
      <pc:sldMasterChg chg="add del addSldLayout delSldLayout">
        <pc:chgData name="CARMINE DI MANSO" userId="25ffba23-79a1-42ea-bb25-5c5589740de2" providerId="ADAL" clId="{B3CCA098-3E74-4298-8259-D314E9EB633A}" dt="2026-01-12T11:16:00.090" v="14" actId="26606"/>
        <pc:sldMasterMkLst>
          <pc:docMk/>
          <pc:sldMasterMk cId="475813437" sldId="2147483737"/>
        </pc:sldMasterMkLst>
        <pc:sldLayoutChg chg="add del">
          <pc:chgData name="CARMINE DI MANSO" userId="25ffba23-79a1-42ea-bb25-5c5589740de2" providerId="ADAL" clId="{B3CCA098-3E74-4298-8259-D314E9EB633A}" dt="2026-01-12T11:16:00.090" v="14" actId="26606"/>
          <pc:sldLayoutMkLst>
            <pc:docMk/>
            <pc:sldMasterMk cId="475813437" sldId="2147483737"/>
            <pc:sldLayoutMk cId="2624614634" sldId="2147483726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0.090" v="14" actId="26606"/>
          <pc:sldLayoutMkLst>
            <pc:docMk/>
            <pc:sldMasterMk cId="475813437" sldId="2147483737"/>
            <pc:sldLayoutMk cId="2745726602" sldId="2147483727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0.090" v="14" actId="26606"/>
          <pc:sldLayoutMkLst>
            <pc:docMk/>
            <pc:sldMasterMk cId="475813437" sldId="2147483737"/>
            <pc:sldLayoutMk cId="2996816659" sldId="2147483728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0.090" v="14" actId="26606"/>
          <pc:sldLayoutMkLst>
            <pc:docMk/>
            <pc:sldMasterMk cId="475813437" sldId="2147483737"/>
            <pc:sldLayoutMk cId="3098314926" sldId="2147483729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0.090" v="14" actId="26606"/>
          <pc:sldLayoutMkLst>
            <pc:docMk/>
            <pc:sldMasterMk cId="475813437" sldId="2147483737"/>
            <pc:sldLayoutMk cId="3010004470" sldId="2147483730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0.090" v="14" actId="26606"/>
          <pc:sldLayoutMkLst>
            <pc:docMk/>
            <pc:sldMasterMk cId="475813437" sldId="2147483737"/>
            <pc:sldLayoutMk cId="2786418189" sldId="2147483731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0.090" v="14" actId="26606"/>
          <pc:sldLayoutMkLst>
            <pc:docMk/>
            <pc:sldMasterMk cId="475813437" sldId="2147483737"/>
            <pc:sldLayoutMk cId="3228119441" sldId="2147483732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0.090" v="14" actId="26606"/>
          <pc:sldLayoutMkLst>
            <pc:docMk/>
            <pc:sldMasterMk cId="475813437" sldId="2147483737"/>
            <pc:sldLayoutMk cId="657543080" sldId="2147483733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0.090" v="14" actId="26606"/>
          <pc:sldLayoutMkLst>
            <pc:docMk/>
            <pc:sldMasterMk cId="475813437" sldId="2147483737"/>
            <pc:sldLayoutMk cId="1305936500" sldId="2147483734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0.090" v="14" actId="26606"/>
          <pc:sldLayoutMkLst>
            <pc:docMk/>
            <pc:sldMasterMk cId="475813437" sldId="2147483737"/>
            <pc:sldLayoutMk cId="192719206" sldId="2147483735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0.090" v="14" actId="26606"/>
          <pc:sldLayoutMkLst>
            <pc:docMk/>
            <pc:sldMasterMk cId="475813437" sldId="2147483737"/>
            <pc:sldLayoutMk cId="767869476" sldId="2147483736"/>
          </pc:sldLayoutMkLst>
        </pc:sldLayoutChg>
      </pc:sldMasterChg>
      <pc:sldMasterChg chg="add del addSldLayout delSldLayout">
        <pc:chgData name="CARMINE DI MANSO" userId="25ffba23-79a1-42ea-bb25-5c5589740de2" providerId="ADAL" clId="{B3CCA098-3E74-4298-8259-D314E9EB633A}" dt="2026-01-12T11:15:44.974" v="6" actId="26606"/>
        <pc:sldMasterMkLst>
          <pc:docMk/>
          <pc:sldMasterMk cId="3751984851" sldId="2147483737"/>
        </pc:sldMasterMkLst>
        <pc:sldLayoutChg chg="add del">
          <pc:chgData name="CARMINE DI MANSO" userId="25ffba23-79a1-42ea-bb25-5c5589740de2" providerId="ADAL" clId="{B3CCA098-3E74-4298-8259-D314E9EB633A}" dt="2026-01-12T11:15:44.974" v="6" actId="26606"/>
          <pc:sldLayoutMkLst>
            <pc:docMk/>
            <pc:sldMasterMk cId="3751984851" sldId="2147483737"/>
            <pc:sldLayoutMk cId="3771934892" sldId="2147483726"/>
          </pc:sldLayoutMkLst>
        </pc:sldLayoutChg>
        <pc:sldLayoutChg chg="add del">
          <pc:chgData name="CARMINE DI MANSO" userId="25ffba23-79a1-42ea-bb25-5c5589740de2" providerId="ADAL" clId="{B3CCA098-3E74-4298-8259-D314E9EB633A}" dt="2026-01-12T11:15:44.974" v="6" actId="26606"/>
          <pc:sldLayoutMkLst>
            <pc:docMk/>
            <pc:sldMasterMk cId="3751984851" sldId="2147483737"/>
            <pc:sldLayoutMk cId="4213929908" sldId="2147483727"/>
          </pc:sldLayoutMkLst>
        </pc:sldLayoutChg>
        <pc:sldLayoutChg chg="add del">
          <pc:chgData name="CARMINE DI MANSO" userId="25ffba23-79a1-42ea-bb25-5c5589740de2" providerId="ADAL" clId="{B3CCA098-3E74-4298-8259-D314E9EB633A}" dt="2026-01-12T11:15:44.974" v="6" actId="26606"/>
          <pc:sldLayoutMkLst>
            <pc:docMk/>
            <pc:sldMasterMk cId="3751984851" sldId="2147483737"/>
            <pc:sldLayoutMk cId="3792692502" sldId="2147483728"/>
          </pc:sldLayoutMkLst>
        </pc:sldLayoutChg>
        <pc:sldLayoutChg chg="add del">
          <pc:chgData name="CARMINE DI MANSO" userId="25ffba23-79a1-42ea-bb25-5c5589740de2" providerId="ADAL" clId="{B3CCA098-3E74-4298-8259-D314E9EB633A}" dt="2026-01-12T11:15:44.974" v="6" actId="26606"/>
          <pc:sldLayoutMkLst>
            <pc:docMk/>
            <pc:sldMasterMk cId="3751984851" sldId="2147483737"/>
            <pc:sldLayoutMk cId="1411995111" sldId="2147483729"/>
          </pc:sldLayoutMkLst>
        </pc:sldLayoutChg>
        <pc:sldLayoutChg chg="add del">
          <pc:chgData name="CARMINE DI MANSO" userId="25ffba23-79a1-42ea-bb25-5c5589740de2" providerId="ADAL" clId="{B3CCA098-3E74-4298-8259-D314E9EB633A}" dt="2026-01-12T11:15:44.974" v="6" actId="26606"/>
          <pc:sldLayoutMkLst>
            <pc:docMk/>
            <pc:sldMasterMk cId="3751984851" sldId="2147483737"/>
            <pc:sldLayoutMk cId="3247004087" sldId="2147483730"/>
          </pc:sldLayoutMkLst>
        </pc:sldLayoutChg>
        <pc:sldLayoutChg chg="add del">
          <pc:chgData name="CARMINE DI MANSO" userId="25ffba23-79a1-42ea-bb25-5c5589740de2" providerId="ADAL" clId="{B3CCA098-3E74-4298-8259-D314E9EB633A}" dt="2026-01-12T11:15:44.974" v="6" actId="26606"/>
          <pc:sldLayoutMkLst>
            <pc:docMk/>
            <pc:sldMasterMk cId="3751984851" sldId="2147483737"/>
            <pc:sldLayoutMk cId="3559564427" sldId="2147483731"/>
          </pc:sldLayoutMkLst>
        </pc:sldLayoutChg>
        <pc:sldLayoutChg chg="add del">
          <pc:chgData name="CARMINE DI MANSO" userId="25ffba23-79a1-42ea-bb25-5c5589740de2" providerId="ADAL" clId="{B3CCA098-3E74-4298-8259-D314E9EB633A}" dt="2026-01-12T11:15:44.974" v="6" actId="26606"/>
          <pc:sldLayoutMkLst>
            <pc:docMk/>
            <pc:sldMasterMk cId="3751984851" sldId="2147483737"/>
            <pc:sldLayoutMk cId="3185771836" sldId="2147483732"/>
          </pc:sldLayoutMkLst>
        </pc:sldLayoutChg>
        <pc:sldLayoutChg chg="add del">
          <pc:chgData name="CARMINE DI MANSO" userId="25ffba23-79a1-42ea-bb25-5c5589740de2" providerId="ADAL" clId="{B3CCA098-3E74-4298-8259-D314E9EB633A}" dt="2026-01-12T11:15:44.974" v="6" actId="26606"/>
          <pc:sldLayoutMkLst>
            <pc:docMk/>
            <pc:sldMasterMk cId="3751984851" sldId="2147483737"/>
            <pc:sldLayoutMk cId="1062134535" sldId="2147483733"/>
          </pc:sldLayoutMkLst>
        </pc:sldLayoutChg>
        <pc:sldLayoutChg chg="add del">
          <pc:chgData name="CARMINE DI MANSO" userId="25ffba23-79a1-42ea-bb25-5c5589740de2" providerId="ADAL" clId="{B3CCA098-3E74-4298-8259-D314E9EB633A}" dt="2026-01-12T11:15:44.974" v="6" actId="26606"/>
          <pc:sldLayoutMkLst>
            <pc:docMk/>
            <pc:sldMasterMk cId="3751984851" sldId="2147483737"/>
            <pc:sldLayoutMk cId="3558068591" sldId="2147483734"/>
          </pc:sldLayoutMkLst>
        </pc:sldLayoutChg>
        <pc:sldLayoutChg chg="add del">
          <pc:chgData name="CARMINE DI MANSO" userId="25ffba23-79a1-42ea-bb25-5c5589740de2" providerId="ADAL" clId="{B3CCA098-3E74-4298-8259-D314E9EB633A}" dt="2026-01-12T11:15:44.974" v="6" actId="26606"/>
          <pc:sldLayoutMkLst>
            <pc:docMk/>
            <pc:sldMasterMk cId="3751984851" sldId="2147483737"/>
            <pc:sldLayoutMk cId="3079540324" sldId="2147483735"/>
          </pc:sldLayoutMkLst>
        </pc:sldLayoutChg>
        <pc:sldLayoutChg chg="add del">
          <pc:chgData name="CARMINE DI MANSO" userId="25ffba23-79a1-42ea-bb25-5c5589740de2" providerId="ADAL" clId="{B3CCA098-3E74-4298-8259-D314E9EB633A}" dt="2026-01-12T11:15:44.974" v="6" actId="26606"/>
          <pc:sldLayoutMkLst>
            <pc:docMk/>
            <pc:sldMasterMk cId="3751984851" sldId="2147483737"/>
            <pc:sldLayoutMk cId="1332289447" sldId="2147483736"/>
          </pc:sldLayoutMkLst>
        </pc:sldLayoutChg>
      </pc:sldMasterChg>
      <pc:sldMasterChg chg="add del addSldLayout delSldLayout">
        <pc:chgData name="CARMINE DI MANSO" userId="25ffba23-79a1-42ea-bb25-5c5589740de2" providerId="ADAL" clId="{B3CCA098-3E74-4298-8259-D314E9EB633A}" dt="2026-01-12T11:17:48.568" v="41" actId="26606"/>
        <pc:sldMasterMkLst>
          <pc:docMk/>
          <pc:sldMasterMk cId="2890885448" sldId="2147483747"/>
        </pc:sldMasterMkLst>
        <pc:sldLayoutChg chg="add del">
          <pc:chgData name="CARMINE DI MANSO" userId="25ffba23-79a1-42ea-bb25-5c5589740de2" providerId="ADAL" clId="{B3CCA098-3E74-4298-8259-D314E9EB633A}" dt="2026-01-12T11:17:48.568" v="41" actId="26606"/>
          <pc:sldLayoutMkLst>
            <pc:docMk/>
            <pc:sldMasterMk cId="2890885448" sldId="2147483747"/>
            <pc:sldLayoutMk cId="4179419663" sldId="2147483736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8.568" v="41" actId="26606"/>
          <pc:sldLayoutMkLst>
            <pc:docMk/>
            <pc:sldMasterMk cId="2890885448" sldId="2147483747"/>
            <pc:sldLayoutMk cId="2687667096" sldId="2147483737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8.568" v="41" actId="26606"/>
          <pc:sldLayoutMkLst>
            <pc:docMk/>
            <pc:sldMasterMk cId="2890885448" sldId="2147483747"/>
            <pc:sldLayoutMk cId="2230619172" sldId="2147483738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8.568" v="41" actId="26606"/>
          <pc:sldLayoutMkLst>
            <pc:docMk/>
            <pc:sldMasterMk cId="2890885448" sldId="2147483747"/>
            <pc:sldLayoutMk cId="1153144021" sldId="2147483739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8.568" v="41" actId="26606"/>
          <pc:sldLayoutMkLst>
            <pc:docMk/>
            <pc:sldMasterMk cId="2890885448" sldId="2147483747"/>
            <pc:sldLayoutMk cId="1468336686" sldId="2147483740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8.568" v="41" actId="26606"/>
          <pc:sldLayoutMkLst>
            <pc:docMk/>
            <pc:sldMasterMk cId="2890885448" sldId="2147483747"/>
            <pc:sldLayoutMk cId="2659764179" sldId="2147483741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8.568" v="41" actId="26606"/>
          <pc:sldLayoutMkLst>
            <pc:docMk/>
            <pc:sldMasterMk cId="2890885448" sldId="2147483747"/>
            <pc:sldLayoutMk cId="3406394072" sldId="2147483742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8.568" v="41" actId="26606"/>
          <pc:sldLayoutMkLst>
            <pc:docMk/>
            <pc:sldMasterMk cId="2890885448" sldId="2147483747"/>
            <pc:sldLayoutMk cId="1789469033" sldId="2147483743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8.568" v="41" actId="26606"/>
          <pc:sldLayoutMkLst>
            <pc:docMk/>
            <pc:sldMasterMk cId="2890885448" sldId="2147483747"/>
            <pc:sldLayoutMk cId="208448493" sldId="2147483744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8.568" v="41" actId="26606"/>
          <pc:sldLayoutMkLst>
            <pc:docMk/>
            <pc:sldMasterMk cId="2890885448" sldId="2147483747"/>
            <pc:sldLayoutMk cId="3339267881" sldId="2147483745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8.568" v="41" actId="26606"/>
          <pc:sldLayoutMkLst>
            <pc:docMk/>
            <pc:sldMasterMk cId="2890885448" sldId="2147483747"/>
            <pc:sldLayoutMk cId="4237396595" sldId="2147483746"/>
          </pc:sldLayoutMkLst>
        </pc:sldLayoutChg>
      </pc:sldMasterChg>
      <pc:sldMasterChg chg="setBg">
        <pc:chgData name="CARMINE DI MANSO" userId="25ffba23-79a1-42ea-bb25-5c5589740de2" providerId="ADAL" clId="{B3CCA098-3E74-4298-8259-D314E9EB633A}" dt="2026-01-12T11:40:18.285" v="87"/>
        <pc:sldMasterMkLst>
          <pc:docMk/>
          <pc:sldMasterMk cId="1786724286" sldId="2147483748"/>
        </pc:sldMasterMkLst>
      </pc:sldMasterChg>
      <pc:sldMasterChg chg="add del addSldLayout delSldLayout">
        <pc:chgData name="CARMINE DI MANSO" userId="25ffba23-79a1-42ea-bb25-5c5589740de2" providerId="ADAL" clId="{B3CCA098-3E74-4298-8259-D314E9EB633A}" dt="2026-01-12T11:16:04.377" v="16" actId="26606"/>
        <pc:sldMasterMkLst>
          <pc:docMk/>
          <pc:sldMasterMk cId="3261075862" sldId="2147483750"/>
        </pc:sldMasterMkLst>
        <pc:sldLayoutChg chg="add del">
          <pc:chgData name="CARMINE DI MANSO" userId="25ffba23-79a1-42ea-bb25-5c5589740de2" providerId="ADAL" clId="{B3CCA098-3E74-4298-8259-D314E9EB633A}" dt="2026-01-12T11:16:04.377" v="16" actId="26606"/>
          <pc:sldLayoutMkLst>
            <pc:docMk/>
            <pc:sldMasterMk cId="3261075862" sldId="2147483750"/>
            <pc:sldLayoutMk cId="3464918314" sldId="2147483739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4.377" v="16" actId="26606"/>
          <pc:sldLayoutMkLst>
            <pc:docMk/>
            <pc:sldMasterMk cId="3261075862" sldId="2147483750"/>
            <pc:sldLayoutMk cId="1763183113" sldId="2147483740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4.377" v="16" actId="26606"/>
          <pc:sldLayoutMkLst>
            <pc:docMk/>
            <pc:sldMasterMk cId="3261075862" sldId="2147483750"/>
            <pc:sldLayoutMk cId="2166014589" sldId="2147483741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4.377" v="16" actId="26606"/>
          <pc:sldLayoutMkLst>
            <pc:docMk/>
            <pc:sldMasterMk cId="3261075862" sldId="2147483750"/>
            <pc:sldLayoutMk cId="3043150014" sldId="2147483742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4.377" v="16" actId="26606"/>
          <pc:sldLayoutMkLst>
            <pc:docMk/>
            <pc:sldMasterMk cId="3261075862" sldId="2147483750"/>
            <pc:sldLayoutMk cId="198754669" sldId="2147483743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4.377" v="16" actId="26606"/>
          <pc:sldLayoutMkLst>
            <pc:docMk/>
            <pc:sldMasterMk cId="3261075862" sldId="2147483750"/>
            <pc:sldLayoutMk cId="2569817199" sldId="2147483744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4.377" v="16" actId="26606"/>
          <pc:sldLayoutMkLst>
            <pc:docMk/>
            <pc:sldMasterMk cId="3261075862" sldId="2147483750"/>
            <pc:sldLayoutMk cId="4111844794" sldId="2147483745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4.377" v="16" actId="26606"/>
          <pc:sldLayoutMkLst>
            <pc:docMk/>
            <pc:sldMasterMk cId="3261075862" sldId="2147483750"/>
            <pc:sldLayoutMk cId="1306731016" sldId="2147483746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4.377" v="16" actId="26606"/>
          <pc:sldLayoutMkLst>
            <pc:docMk/>
            <pc:sldMasterMk cId="3261075862" sldId="2147483750"/>
            <pc:sldLayoutMk cId="3019187396" sldId="2147483747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4.377" v="16" actId="26606"/>
          <pc:sldLayoutMkLst>
            <pc:docMk/>
            <pc:sldMasterMk cId="3261075862" sldId="2147483750"/>
            <pc:sldLayoutMk cId="263188307" sldId="2147483748"/>
          </pc:sldLayoutMkLst>
        </pc:sldLayoutChg>
        <pc:sldLayoutChg chg="add del">
          <pc:chgData name="CARMINE DI MANSO" userId="25ffba23-79a1-42ea-bb25-5c5589740de2" providerId="ADAL" clId="{B3CCA098-3E74-4298-8259-D314E9EB633A}" dt="2026-01-12T11:16:04.377" v="16" actId="26606"/>
          <pc:sldLayoutMkLst>
            <pc:docMk/>
            <pc:sldMasterMk cId="3261075862" sldId="2147483750"/>
            <pc:sldLayoutMk cId="2281698394" sldId="2147483749"/>
          </pc:sldLayoutMkLst>
        </pc:sldLayoutChg>
      </pc:sldMasterChg>
      <pc:sldMasterChg chg="add del addSldLayout delSldLayout">
        <pc:chgData name="CARMINE DI MANSO" userId="25ffba23-79a1-42ea-bb25-5c5589740de2" providerId="ADAL" clId="{B3CCA098-3E74-4298-8259-D314E9EB633A}" dt="2026-01-12T11:16:45.453" v="30" actId="26606"/>
        <pc:sldMasterMkLst>
          <pc:docMk/>
          <pc:sldMasterMk cId="3787386975" sldId="2147483763"/>
        </pc:sldMasterMkLst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3787386975" sldId="2147483763"/>
            <pc:sldLayoutMk cId="304470685" sldId="2147483752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3787386975" sldId="2147483763"/>
            <pc:sldLayoutMk cId="2404268629" sldId="2147483753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3787386975" sldId="2147483763"/>
            <pc:sldLayoutMk cId="2826540663" sldId="2147483754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3787386975" sldId="2147483763"/>
            <pc:sldLayoutMk cId="3486858570" sldId="2147483755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3787386975" sldId="2147483763"/>
            <pc:sldLayoutMk cId="78406566" sldId="2147483756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3787386975" sldId="2147483763"/>
            <pc:sldLayoutMk cId="1136873660" sldId="2147483757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3787386975" sldId="2147483763"/>
            <pc:sldLayoutMk cId="636489332" sldId="2147483758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3787386975" sldId="2147483763"/>
            <pc:sldLayoutMk cId="2121236569" sldId="2147483759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3787386975" sldId="2147483763"/>
            <pc:sldLayoutMk cId="402228341" sldId="2147483760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3787386975" sldId="2147483763"/>
            <pc:sldLayoutMk cId="3762684588" sldId="2147483761"/>
          </pc:sldLayoutMkLst>
        </pc:sldLayoutChg>
        <pc:sldLayoutChg chg="add del">
          <pc:chgData name="CARMINE DI MANSO" userId="25ffba23-79a1-42ea-bb25-5c5589740de2" providerId="ADAL" clId="{B3CCA098-3E74-4298-8259-D314E9EB633A}" dt="2026-01-12T11:16:45.453" v="30" actId="26606"/>
          <pc:sldLayoutMkLst>
            <pc:docMk/>
            <pc:sldMasterMk cId="3787386975" sldId="2147483763"/>
            <pc:sldLayoutMk cId="3790978225" sldId="2147483762"/>
          </pc:sldLayoutMkLst>
        </pc:sldLayoutChg>
      </pc:sldMasterChg>
      <pc:sldMasterChg chg="add del addSldLayout delSldLayout">
        <pc:chgData name="CARMINE DI MANSO" userId="25ffba23-79a1-42ea-bb25-5c5589740de2" providerId="ADAL" clId="{B3CCA098-3E74-4298-8259-D314E9EB633A}" dt="2026-01-12T11:15:38.324" v="4" actId="26606"/>
        <pc:sldMasterMkLst>
          <pc:docMk/>
          <pc:sldMasterMk cId="4114895248" sldId="2147483763"/>
        </pc:sldMasterMkLst>
        <pc:sldLayoutChg chg="add del">
          <pc:chgData name="CARMINE DI MANSO" userId="25ffba23-79a1-42ea-bb25-5c5589740de2" providerId="ADAL" clId="{B3CCA098-3E74-4298-8259-D314E9EB633A}" dt="2026-01-12T11:15:38.324" v="4" actId="26606"/>
          <pc:sldLayoutMkLst>
            <pc:docMk/>
            <pc:sldMasterMk cId="4114895248" sldId="2147483763"/>
            <pc:sldLayoutMk cId="2460643458" sldId="2147483752"/>
          </pc:sldLayoutMkLst>
        </pc:sldLayoutChg>
        <pc:sldLayoutChg chg="add del">
          <pc:chgData name="CARMINE DI MANSO" userId="25ffba23-79a1-42ea-bb25-5c5589740de2" providerId="ADAL" clId="{B3CCA098-3E74-4298-8259-D314E9EB633A}" dt="2026-01-12T11:15:38.324" v="4" actId="26606"/>
          <pc:sldLayoutMkLst>
            <pc:docMk/>
            <pc:sldMasterMk cId="4114895248" sldId="2147483763"/>
            <pc:sldLayoutMk cId="2532742875" sldId="2147483753"/>
          </pc:sldLayoutMkLst>
        </pc:sldLayoutChg>
        <pc:sldLayoutChg chg="add del">
          <pc:chgData name="CARMINE DI MANSO" userId="25ffba23-79a1-42ea-bb25-5c5589740de2" providerId="ADAL" clId="{B3CCA098-3E74-4298-8259-D314E9EB633A}" dt="2026-01-12T11:15:38.324" v="4" actId="26606"/>
          <pc:sldLayoutMkLst>
            <pc:docMk/>
            <pc:sldMasterMk cId="4114895248" sldId="2147483763"/>
            <pc:sldLayoutMk cId="652563389" sldId="2147483754"/>
          </pc:sldLayoutMkLst>
        </pc:sldLayoutChg>
        <pc:sldLayoutChg chg="add del">
          <pc:chgData name="CARMINE DI MANSO" userId="25ffba23-79a1-42ea-bb25-5c5589740de2" providerId="ADAL" clId="{B3CCA098-3E74-4298-8259-D314E9EB633A}" dt="2026-01-12T11:15:38.324" v="4" actId="26606"/>
          <pc:sldLayoutMkLst>
            <pc:docMk/>
            <pc:sldMasterMk cId="4114895248" sldId="2147483763"/>
            <pc:sldLayoutMk cId="1345997804" sldId="2147483755"/>
          </pc:sldLayoutMkLst>
        </pc:sldLayoutChg>
        <pc:sldLayoutChg chg="add del">
          <pc:chgData name="CARMINE DI MANSO" userId="25ffba23-79a1-42ea-bb25-5c5589740de2" providerId="ADAL" clId="{B3CCA098-3E74-4298-8259-D314E9EB633A}" dt="2026-01-12T11:15:38.324" v="4" actId="26606"/>
          <pc:sldLayoutMkLst>
            <pc:docMk/>
            <pc:sldMasterMk cId="4114895248" sldId="2147483763"/>
            <pc:sldLayoutMk cId="1231493478" sldId="2147483756"/>
          </pc:sldLayoutMkLst>
        </pc:sldLayoutChg>
        <pc:sldLayoutChg chg="add del">
          <pc:chgData name="CARMINE DI MANSO" userId="25ffba23-79a1-42ea-bb25-5c5589740de2" providerId="ADAL" clId="{B3CCA098-3E74-4298-8259-D314E9EB633A}" dt="2026-01-12T11:15:38.324" v="4" actId="26606"/>
          <pc:sldLayoutMkLst>
            <pc:docMk/>
            <pc:sldMasterMk cId="4114895248" sldId="2147483763"/>
            <pc:sldLayoutMk cId="801002433" sldId="2147483757"/>
          </pc:sldLayoutMkLst>
        </pc:sldLayoutChg>
        <pc:sldLayoutChg chg="add del">
          <pc:chgData name="CARMINE DI MANSO" userId="25ffba23-79a1-42ea-bb25-5c5589740de2" providerId="ADAL" clId="{B3CCA098-3E74-4298-8259-D314E9EB633A}" dt="2026-01-12T11:15:38.324" v="4" actId="26606"/>
          <pc:sldLayoutMkLst>
            <pc:docMk/>
            <pc:sldMasterMk cId="4114895248" sldId="2147483763"/>
            <pc:sldLayoutMk cId="3039402405" sldId="2147483758"/>
          </pc:sldLayoutMkLst>
        </pc:sldLayoutChg>
        <pc:sldLayoutChg chg="add del">
          <pc:chgData name="CARMINE DI MANSO" userId="25ffba23-79a1-42ea-bb25-5c5589740de2" providerId="ADAL" clId="{B3CCA098-3E74-4298-8259-D314E9EB633A}" dt="2026-01-12T11:15:38.324" v="4" actId="26606"/>
          <pc:sldLayoutMkLst>
            <pc:docMk/>
            <pc:sldMasterMk cId="4114895248" sldId="2147483763"/>
            <pc:sldLayoutMk cId="3994515978" sldId="2147483759"/>
          </pc:sldLayoutMkLst>
        </pc:sldLayoutChg>
        <pc:sldLayoutChg chg="add del">
          <pc:chgData name="CARMINE DI MANSO" userId="25ffba23-79a1-42ea-bb25-5c5589740de2" providerId="ADAL" clId="{B3CCA098-3E74-4298-8259-D314E9EB633A}" dt="2026-01-12T11:15:38.324" v="4" actId="26606"/>
          <pc:sldLayoutMkLst>
            <pc:docMk/>
            <pc:sldMasterMk cId="4114895248" sldId="2147483763"/>
            <pc:sldLayoutMk cId="2730482849" sldId="2147483760"/>
          </pc:sldLayoutMkLst>
        </pc:sldLayoutChg>
        <pc:sldLayoutChg chg="add del">
          <pc:chgData name="CARMINE DI MANSO" userId="25ffba23-79a1-42ea-bb25-5c5589740de2" providerId="ADAL" clId="{B3CCA098-3E74-4298-8259-D314E9EB633A}" dt="2026-01-12T11:15:38.324" v="4" actId="26606"/>
          <pc:sldLayoutMkLst>
            <pc:docMk/>
            <pc:sldMasterMk cId="4114895248" sldId="2147483763"/>
            <pc:sldLayoutMk cId="1557467608" sldId="2147483761"/>
          </pc:sldLayoutMkLst>
        </pc:sldLayoutChg>
        <pc:sldLayoutChg chg="add del">
          <pc:chgData name="CARMINE DI MANSO" userId="25ffba23-79a1-42ea-bb25-5c5589740de2" providerId="ADAL" clId="{B3CCA098-3E74-4298-8259-D314E9EB633A}" dt="2026-01-12T11:15:38.324" v="4" actId="26606"/>
          <pc:sldLayoutMkLst>
            <pc:docMk/>
            <pc:sldMasterMk cId="4114895248" sldId="2147483763"/>
            <pc:sldLayoutMk cId="1937494787" sldId="2147483762"/>
          </pc:sldLayoutMkLst>
        </pc:sldLayoutChg>
      </pc:sldMasterChg>
      <pc:sldMasterChg chg="add del addSldLayout delSldLayout">
        <pc:chgData name="CARMINE DI MANSO" userId="25ffba23-79a1-42ea-bb25-5c5589740de2" providerId="ADAL" clId="{B3CCA098-3E74-4298-8259-D314E9EB633A}" dt="2026-01-12T11:17:46.538" v="39" actId="26606"/>
        <pc:sldMasterMkLst>
          <pc:docMk/>
          <pc:sldMasterMk cId="2387372608" sldId="2147483800"/>
        </pc:sldMasterMkLst>
        <pc:sldLayoutChg chg="add del">
          <pc:chgData name="CARMINE DI MANSO" userId="25ffba23-79a1-42ea-bb25-5c5589740de2" providerId="ADAL" clId="{B3CCA098-3E74-4298-8259-D314E9EB633A}" dt="2026-01-12T11:17:46.538" v="39" actId="26606"/>
          <pc:sldLayoutMkLst>
            <pc:docMk/>
            <pc:sldMasterMk cId="2387372608" sldId="2147483800"/>
            <pc:sldLayoutMk cId="851337413" sldId="2147483789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6.538" v="39" actId="26606"/>
          <pc:sldLayoutMkLst>
            <pc:docMk/>
            <pc:sldMasterMk cId="2387372608" sldId="2147483800"/>
            <pc:sldLayoutMk cId="2702687864" sldId="2147483790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6.538" v="39" actId="26606"/>
          <pc:sldLayoutMkLst>
            <pc:docMk/>
            <pc:sldMasterMk cId="2387372608" sldId="2147483800"/>
            <pc:sldLayoutMk cId="4266357503" sldId="2147483791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6.538" v="39" actId="26606"/>
          <pc:sldLayoutMkLst>
            <pc:docMk/>
            <pc:sldMasterMk cId="2387372608" sldId="2147483800"/>
            <pc:sldLayoutMk cId="3138766198" sldId="2147483792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6.538" v="39" actId="26606"/>
          <pc:sldLayoutMkLst>
            <pc:docMk/>
            <pc:sldMasterMk cId="2387372608" sldId="2147483800"/>
            <pc:sldLayoutMk cId="2928300918" sldId="2147483793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6.538" v="39" actId="26606"/>
          <pc:sldLayoutMkLst>
            <pc:docMk/>
            <pc:sldMasterMk cId="2387372608" sldId="2147483800"/>
            <pc:sldLayoutMk cId="1585762465" sldId="2147483794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6.538" v="39" actId="26606"/>
          <pc:sldLayoutMkLst>
            <pc:docMk/>
            <pc:sldMasterMk cId="2387372608" sldId="2147483800"/>
            <pc:sldLayoutMk cId="377346445" sldId="2147483795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6.538" v="39" actId="26606"/>
          <pc:sldLayoutMkLst>
            <pc:docMk/>
            <pc:sldMasterMk cId="2387372608" sldId="2147483800"/>
            <pc:sldLayoutMk cId="2194852780" sldId="2147483796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6.538" v="39" actId="26606"/>
          <pc:sldLayoutMkLst>
            <pc:docMk/>
            <pc:sldMasterMk cId="2387372608" sldId="2147483800"/>
            <pc:sldLayoutMk cId="3406807160" sldId="2147483797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6.538" v="39" actId="26606"/>
          <pc:sldLayoutMkLst>
            <pc:docMk/>
            <pc:sldMasterMk cId="2387372608" sldId="2147483800"/>
            <pc:sldLayoutMk cId="136724023" sldId="2147483798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6.538" v="39" actId="26606"/>
          <pc:sldLayoutMkLst>
            <pc:docMk/>
            <pc:sldMasterMk cId="2387372608" sldId="2147483800"/>
            <pc:sldLayoutMk cId="702261845" sldId="2147483799"/>
          </pc:sldLayoutMkLst>
        </pc:sldLayoutChg>
      </pc:sldMasterChg>
      <pc:sldMasterChg chg="add del addSldLayout delSldLayout">
        <pc:chgData name="CARMINE DI MANSO" userId="25ffba23-79a1-42ea-bb25-5c5589740de2" providerId="ADAL" clId="{B3CCA098-3E74-4298-8259-D314E9EB633A}" dt="2026-01-12T11:17:48.568" v="41" actId="26606"/>
        <pc:sldMasterMkLst>
          <pc:docMk/>
          <pc:sldMasterMk cId="2841917968" sldId="2147483839"/>
        </pc:sldMasterMkLst>
        <pc:sldLayoutChg chg="add del">
          <pc:chgData name="CARMINE DI MANSO" userId="25ffba23-79a1-42ea-bb25-5c5589740de2" providerId="ADAL" clId="{B3CCA098-3E74-4298-8259-D314E9EB633A}" dt="2026-01-12T11:17:48.568" v="41" actId="26606"/>
          <pc:sldLayoutMkLst>
            <pc:docMk/>
            <pc:sldMasterMk cId="2841917968" sldId="2147483839"/>
            <pc:sldLayoutMk cId="37130990" sldId="2147483828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8.568" v="41" actId="26606"/>
          <pc:sldLayoutMkLst>
            <pc:docMk/>
            <pc:sldMasterMk cId="2841917968" sldId="2147483839"/>
            <pc:sldLayoutMk cId="829266726" sldId="2147483829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8.568" v="41" actId="26606"/>
          <pc:sldLayoutMkLst>
            <pc:docMk/>
            <pc:sldMasterMk cId="2841917968" sldId="2147483839"/>
            <pc:sldLayoutMk cId="1911141478" sldId="2147483830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8.568" v="41" actId="26606"/>
          <pc:sldLayoutMkLst>
            <pc:docMk/>
            <pc:sldMasterMk cId="2841917968" sldId="2147483839"/>
            <pc:sldLayoutMk cId="3322032569" sldId="2147483831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8.568" v="41" actId="26606"/>
          <pc:sldLayoutMkLst>
            <pc:docMk/>
            <pc:sldMasterMk cId="2841917968" sldId="2147483839"/>
            <pc:sldLayoutMk cId="2418452469" sldId="2147483832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8.568" v="41" actId="26606"/>
          <pc:sldLayoutMkLst>
            <pc:docMk/>
            <pc:sldMasterMk cId="2841917968" sldId="2147483839"/>
            <pc:sldLayoutMk cId="44504768" sldId="2147483833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8.568" v="41" actId="26606"/>
          <pc:sldLayoutMkLst>
            <pc:docMk/>
            <pc:sldMasterMk cId="2841917968" sldId="2147483839"/>
            <pc:sldLayoutMk cId="1059564243" sldId="2147483834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8.568" v="41" actId="26606"/>
          <pc:sldLayoutMkLst>
            <pc:docMk/>
            <pc:sldMasterMk cId="2841917968" sldId="2147483839"/>
            <pc:sldLayoutMk cId="1936564360" sldId="2147483835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8.568" v="41" actId="26606"/>
          <pc:sldLayoutMkLst>
            <pc:docMk/>
            <pc:sldMasterMk cId="2841917968" sldId="2147483839"/>
            <pc:sldLayoutMk cId="3381437186" sldId="2147483836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8.568" v="41" actId="26606"/>
          <pc:sldLayoutMkLst>
            <pc:docMk/>
            <pc:sldMasterMk cId="2841917968" sldId="2147483839"/>
            <pc:sldLayoutMk cId="976233109" sldId="2147483837"/>
          </pc:sldLayoutMkLst>
        </pc:sldLayoutChg>
        <pc:sldLayoutChg chg="add del">
          <pc:chgData name="CARMINE DI MANSO" userId="25ffba23-79a1-42ea-bb25-5c5589740de2" providerId="ADAL" clId="{B3CCA098-3E74-4298-8259-D314E9EB633A}" dt="2026-01-12T11:17:48.568" v="41" actId="26606"/>
          <pc:sldLayoutMkLst>
            <pc:docMk/>
            <pc:sldMasterMk cId="2841917968" sldId="2147483839"/>
            <pc:sldLayoutMk cId="3622019339" sldId="2147483838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7DA38F49-B3E2-4BF0-BEC7-C30D34ABBB8D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77663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79960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21394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8179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04160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38530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179586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49584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62505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91488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59997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75226722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567522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087596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756560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257254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069610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it-IT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724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50" r:id="rId2"/>
    <p:sldLayoutId id="2147483751" r:id="rId3"/>
    <p:sldLayoutId id="2147483752" r:id="rId4"/>
    <p:sldLayoutId id="2147483753" r:id="rId5"/>
    <p:sldLayoutId id="2147483754" r:id="rId6"/>
    <p:sldLayoutId id="2147483755" r:id="rId7"/>
    <p:sldLayoutId id="2147483756" r:id="rId8"/>
    <p:sldLayoutId id="2147483757" r:id="rId9"/>
    <p:sldLayoutId id="2147483758" r:id="rId10"/>
    <p:sldLayoutId id="2147483759" r:id="rId11"/>
    <p:sldLayoutId id="2147483760" r:id="rId12"/>
    <p:sldLayoutId id="2147483761" r:id="rId13"/>
    <p:sldLayoutId id="2147483762" r:id="rId14"/>
    <p:sldLayoutId id="2147483763" r:id="rId15"/>
    <p:sldLayoutId id="2147483764" r:id="rId16"/>
    <p:sldLayoutId id="2147483765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6268509" y="1215496"/>
            <a:ext cx="5367866" cy="2387600"/>
          </a:xfrm>
        </p:spPr>
        <p:txBody>
          <a:bodyPr>
            <a:normAutofit/>
          </a:bodyPr>
          <a:lstStyle/>
          <a:p>
            <a:r>
              <a:rPr lang="en-US" sz="4400" dirty="0">
                <a:solidFill>
                  <a:schemeClr val="accent1">
                    <a:lumMod val="75000"/>
                  </a:schemeClr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a:rPr>
              <a:t>Gaming Hours vs. Academic &amp; Work </a:t>
            </a:r>
            <a:br>
              <a:rPr lang="en-US" sz="4400" dirty="0">
                <a:solidFill>
                  <a:schemeClr val="accent1">
                    <a:lumMod val="75000"/>
                  </a:schemeClr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a:rPr>
            </a:br>
            <a:r>
              <a:rPr lang="en-US" sz="4400" dirty="0">
                <a:solidFill>
                  <a:schemeClr val="accent1">
                    <a:lumMod val="75000"/>
                  </a:schemeClr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a:rPr>
              <a:t>Performance </a:t>
            </a:r>
            <a:endParaRPr lang="de-DE" sz="4400" dirty="0">
              <a:solidFill>
                <a:schemeClr val="accent1">
                  <a:lumMod val="75000"/>
                </a:schemeClr>
              </a:solidFill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</a:endParaRP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6268508" y="3602038"/>
            <a:ext cx="5376333" cy="1655762"/>
          </a:xfrm>
        </p:spPr>
        <p:txBody>
          <a:bodyPr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it-IT" sz="1800" dirty="0">
                <a:solidFill>
                  <a:schemeClr val="accent1">
                    <a:lumMod val="75000"/>
                  </a:schemeClr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</a:rPr>
              <a:t>Autori: </a:t>
            </a:r>
          </a:p>
          <a:p>
            <a:pPr>
              <a:lnSpc>
                <a:spcPct val="100000"/>
              </a:lnSpc>
            </a:pPr>
            <a:r>
              <a:rPr lang="it-IT" sz="1800" dirty="0">
                <a:solidFill>
                  <a:schemeClr val="accent1">
                    <a:lumMod val="75000"/>
                  </a:schemeClr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</a:rPr>
              <a:t>Alessandro Cigliano 0512119063 </a:t>
            </a:r>
          </a:p>
          <a:p>
            <a:pPr>
              <a:lnSpc>
                <a:spcPct val="100000"/>
              </a:lnSpc>
            </a:pPr>
            <a:r>
              <a:rPr lang="it-IT" sz="1800" dirty="0">
                <a:solidFill>
                  <a:schemeClr val="accent1">
                    <a:lumMod val="75000"/>
                  </a:schemeClr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</a:rPr>
              <a:t>Carmine Di Manso 0512119521 </a:t>
            </a:r>
            <a:endParaRPr lang="de-DE" sz="1800" dirty="0">
              <a:solidFill>
                <a:schemeClr val="accent1">
                  <a:lumMod val="75000"/>
                </a:schemeClr>
              </a:solidFill>
              <a:effectLst>
                <a:innerShdw blurRad="63500" dist="50800" dir="16200000">
                  <a:prstClr val="black">
                    <a:alpha val="50000"/>
                  </a:prstClr>
                </a:innerShdw>
              </a:effectLst>
            </a:endParaRP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8DEEE9C0-2EA3-8DE9-34AC-80FE3975E7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28" r="5128"/>
          <a:stretch/>
        </p:blipFill>
        <p:spPr>
          <a:xfrm>
            <a:off x="2053296" y="777082"/>
            <a:ext cx="3531365" cy="4978400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</p:pic>
      <p:grpSp>
        <p:nvGrpSpPr>
          <p:cNvPr id="25" name="Group 10">
            <a:extLst>
              <a:ext uri="{FF2B5EF4-FFF2-40B4-BE49-F238E27FC236}">
                <a16:creationId xmlns:a16="http://schemas.microsoft.com/office/drawing/2014/main" id="{991FDBCC-CEF4-4B54-8508-90670DA1E1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64912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tx2">
                  <a:alpha val="80000"/>
                </a:schemeClr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30" name="Freeform 32">
              <a:extLst>
                <a:ext uri="{FF2B5EF4-FFF2-40B4-BE49-F238E27FC236}">
                  <a16:creationId xmlns:a16="http://schemas.microsoft.com/office/drawing/2014/main" id="{BAE5C55D-F634-4A90-83A9-1C3A8784F0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A9699A54-FFCB-4BBF-B2AF-029E127615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39" name="Freeform 34">
              <a:extLst>
                <a:ext uri="{FF2B5EF4-FFF2-40B4-BE49-F238E27FC236}">
                  <a16:creationId xmlns:a16="http://schemas.microsoft.com/office/drawing/2014/main" id="{D02B4EE5-0E95-4638-8264-80307580C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44" name="Freeform 35">
              <a:extLst>
                <a:ext uri="{FF2B5EF4-FFF2-40B4-BE49-F238E27FC236}">
                  <a16:creationId xmlns:a16="http://schemas.microsoft.com/office/drawing/2014/main" id="{2E23494F-0D2C-473D-AFB3-3D2E3DC760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16" name="Freeform 36">
              <a:extLst>
                <a:ext uri="{FF2B5EF4-FFF2-40B4-BE49-F238E27FC236}">
                  <a16:creationId xmlns:a16="http://schemas.microsoft.com/office/drawing/2014/main" id="{CD8EC9AE-E0F2-495F-8247-B7B32845C3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56" name="Freeform 37">
              <a:extLst>
                <a:ext uri="{FF2B5EF4-FFF2-40B4-BE49-F238E27FC236}">
                  <a16:creationId xmlns:a16="http://schemas.microsoft.com/office/drawing/2014/main" id="{0BDF6D09-B12A-4B3A-81EB-44E7C6C5BC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0" name="Freeform 38">
              <a:extLst>
                <a:ext uri="{FF2B5EF4-FFF2-40B4-BE49-F238E27FC236}">
                  <a16:creationId xmlns:a16="http://schemas.microsoft.com/office/drawing/2014/main" id="{EFB300B0-64FE-4891-9F79-B2E60E2EC2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5" name="Freeform 39">
              <a:extLst>
                <a:ext uri="{FF2B5EF4-FFF2-40B4-BE49-F238E27FC236}">
                  <a16:creationId xmlns:a16="http://schemas.microsoft.com/office/drawing/2014/main" id="{AE781A32-2965-4A89-9EDA-9E65AF2A7F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20" name="Freeform 40">
              <a:extLst>
                <a:ext uri="{FF2B5EF4-FFF2-40B4-BE49-F238E27FC236}">
                  <a16:creationId xmlns:a16="http://schemas.microsoft.com/office/drawing/2014/main" id="{D040EF2E-3B91-4C46-8347-1E2495C2E0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  <p:sp>
          <p:nvSpPr>
            <p:cNvPr id="66" name="Rectangle 41">
              <a:extLst>
                <a:ext uri="{FF2B5EF4-FFF2-40B4-BE49-F238E27FC236}">
                  <a16:creationId xmlns:a16="http://schemas.microsoft.com/office/drawing/2014/main" id="{D677C0FC-FCC5-4EDE-A134-5035DC7F3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it-IT"/>
            </a:p>
          </p:txBody>
        </p:sp>
      </p:grpSp>
    </p:spTree>
    <p:extLst>
      <p:ext uri="{BB962C8B-B14F-4D97-AF65-F5344CB8AC3E}">
        <p14:creationId xmlns:p14="http://schemas.microsoft.com/office/powerpoint/2010/main" val="3962583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EBE7201-F3BE-7C45-8014-16DDE95B9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80FFBAE-11A8-278F-403F-971DD6A04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869046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Blu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Circuito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o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0</TotalTime>
  <Words>18</Words>
  <Application>Microsoft Office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</vt:i4>
      </vt:variant>
    </vt:vector>
  </HeadingPairs>
  <TitlesOfParts>
    <vt:vector size="5" baseType="lpstr">
      <vt:lpstr>Arial</vt:lpstr>
      <vt:lpstr>Tw Cen MT</vt:lpstr>
      <vt:lpstr>Circuito</vt:lpstr>
      <vt:lpstr>Gaming Hours vs. Academic &amp; Work  Performance 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CARMINE DI MANSO</cp:lastModifiedBy>
  <cp:revision>1</cp:revision>
  <dcterms:created xsi:type="dcterms:W3CDTF">2026-01-12T11:09:18Z</dcterms:created>
  <dcterms:modified xsi:type="dcterms:W3CDTF">2026-01-12T11:58:47Z</dcterms:modified>
</cp:coreProperties>
</file>